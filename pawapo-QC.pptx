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8" r:id="rId3"/>
    <p:sldId id="289" r:id="rId4"/>
    <p:sldId id="287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E8E5"/>
    <a:srgbClr val="20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83" autoAdjust="0"/>
    <p:restoredTop sz="94660"/>
  </p:normalViewPr>
  <p:slideViewPr>
    <p:cSldViewPr snapToGrid="0">
      <p:cViewPr>
        <p:scale>
          <a:sx n="25" d="100"/>
          <a:sy n="25" d="100"/>
        </p:scale>
        <p:origin x="1644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643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301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515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o8W3Z6aQ3_c?si=zS4_Bi04dJ4QeyZv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moji1">
            <a:extLst>
              <a:ext uri="{FF2B5EF4-FFF2-40B4-BE49-F238E27FC236}">
                <a16:creationId xmlns:a16="http://schemas.microsoft.com/office/drawing/2014/main" id="{9AA25A29-50BE-86B9-3592-A5D579D8A095}"/>
              </a:ext>
            </a:extLst>
          </p:cNvPr>
          <p:cNvGrpSpPr/>
          <p:nvPr/>
        </p:nvGrpSpPr>
        <p:grpSpPr>
          <a:xfrm>
            <a:off x="544251" y="582450"/>
            <a:ext cx="2111044" cy="2403432"/>
            <a:chOff x="852252" y="2568324"/>
            <a:chExt cx="2111044" cy="2403432"/>
          </a:xfrm>
        </p:grpSpPr>
        <p:sp>
          <p:nvSpPr>
            <p:cNvPr id="6" name="moji1b">
              <a:extLst>
                <a:ext uri="{FF2B5EF4-FFF2-40B4-BE49-F238E27FC236}">
                  <a16:creationId xmlns:a16="http://schemas.microsoft.com/office/drawing/2014/main" id="{68AC0E2E-EB29-13F3-D62E-B8C47FBC9322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チ</a:t>
              </a:r>
            </a:p>
          </p:txBody>
        </p:sp>
        <p:sp>
          <p:nvSpPr>
            <p:cNvPr id="4" name="moji1a">
              <a:extLst>
                <a:ext uri="{FF2B5EF4-FFF2-40B4-BE49-F238E27FC236}">
                  <a16:creationId xmlns:a16="http://schemas.microsoft.com/office/drawing/2014/main" id="{355C7D1E-15D1-275F-9C37-60A76F84665C}"/>
                </a:ext>
              </a:extLst>
            </p:cNvPr>
            <p:cNvSpPr/>
            <p:nvPr/>
          </p:nvSpPr>
          <p:spPr>
            <a:xfrm>
              <a:off x="852252" y="2568324"/>
              <a:ext cx="2108269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チ</a:t>
              </a:r>
            </a:p>
          </p:txBody>
        </p:sp>
      </p:grpSp>
      <p:grpSp>
        <p:nvGrpSpPr>
          <p:cNvPr id="8" name="moji2">
            <a:extLst>
              <a:ext uri="{FF2B5EF4-FFF2-40B4-BE49-F238E27FC236}">
                <a16:creationId xmlns:a16="http://schemas.microsoft.com/office/drawing/2014/main" id="{C44C2AB8-698B-8925-92CF-1D5B97DE2AD8}"/>
              </a:ext>
            </a:extLst>
          </p:cNvPr>
          <p:cNvGrpSpPr/>
          <p:nvPr/>
        </p:nvGrpSpPr>
        <p:grpSpPr>
          <a:xfrm>
            <a:off x="2388408" y="582450"/>
            <a:ext cx="2111044" cy="2403432"/>
            <a:chOff x="852252" y="2568324"/>
            <a:chExt cx="2111044" cy="2403432"/>
          </a:xfrm>
        </p:grpSpPr>
        <p:sp>
          <p:nvSpPr>
            <p:cNvPr id="9" name="moji2b">
              <a:extLst>
                <a:ext uri="{FF2B5EF4-FFF2-40B4-BE49-F238E27FC236}">
                  <a16:creationId xmlns:a16="http://schemas.microsoft.com/office/drawing/2014/main" id="{738AED19-0287-72A1-3640-46CD414E7F2B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ー</a:t>
              </a:r>
            </a:p>
          </p:txBody>
        </p:sp>
        <p:sp>
          <p:nvSpPr>
            <p:cNvPr id="10" name="moji2a">
              <a:extLst>
                <a:ext uri="{FF2B5EF4-FFF2-40B4-BE49-F238E27FC236}">
                  <a16:creationId xmlns:a16="http://schemas.microsoft.com/office/drawing/2014/main" id="{2BD138C1-6BE8-D5DC-2375-324B503E50AD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ー</a:t>
              </a:r>
            </a:p>
          </p:txBody>
        </p:sp>
      </p:grpSp>
      <p:grpSp>
        <p:nvGrpSpPr>
          <p:cNvPr id="11" name="moji3">
            <a:extLst>
              <a:ext uri="{FF2B5EF4-FFF2-40B4-BE49-F238E27FC236}">
                <a16:creationId xmlns:a16="http://schemas.microsoft.com/office/drawing/2014/main" id="{A343B8F1-54A7-E16C-6994-3DF7A206C253}"/>
              </a:ext>
            </a:extLst>
          </p:cNvPr>
          <p:cNvGrpSpPr/>
          <p:nvPr/>
        </p:nvGrpSpPr>
        <p:grpSpPr>
          <a:xfrm>
            <a:off x="4232566" y="582450"/>
            <a:ext cx="2111043" cy="2403432"/>
            <a:chOff x="852253" y="2568324"/>
            <a:chExt cx="2111043" cy="2403432"/>
          </a:xfrm>
        </p:grpSpPr>
        <p:sp>
          <p:nvSpPr>
            <p:cNvPr id="12" name="moji3b">
              <a:extLst>
                <a:ext uri="{FF2B5EF4-FFF2-40B4-BE49-F238E27FC236}">
                  <a16:creationId xmlns:a16="http://schemas.microsoft.com/office/drawing/2014/main" id="{3F650579-7397-4099-269E-F58B3EBE827E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ム</a:t>
              </a:r>
            </a:p>
          </p:txBody>
        </p:sp>
        <p:sp>
          <p:nvSpPr>
            <p:cNvPr id="13" name="moji3a">
              <a:extLst>
                <a:ext uri="{FF2B5EF4-FFF2-40B4-BE49-F238E27FC236}">
                  <a16:creationId xmlns:a16="http://schemas.microsoft.com/office/drawing/2014/main" id="{ED720126-7CB1-2200-B78B-A531E99AEE07}"/>
                </a:ext>
              </a:extLst>
            </p:cNvPr>
            <p:cNvSpPr/>
            <p:nvPr/>
          </p:nvSpPr>
          <p:spPr>
            <a:xfrm>
              <a:off x="852253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ム</a:t>
              </a:r>
            </a:p>
          </p:txBody>
        </p:sp>
      </p:grpSp>
      <p:grpSp>
        <p:nvGrpSpPr>
          <p:cNvPr id="14" name="moji4">
            <a:extLst>
              <a:ext uri="{FF2B5EF4-FFF2-40B4-BE49-F238E27FC236}">
                <a16:creationId xmlns:a16="http://schemas.microsoft.com/office/drawing/2014/main" id="{C5EBC1C4-1806-6B02-9AEA-44A7359EF63F}"/>
              </a:ext>
            </a:extLst>
          </p:cNvPr>
          <p:cNvGrpSpPr/>
          <p:nvPr/>
        </p:nvGrpSpPr>
        <p:grpSpPr>
          <a:xfrm>
            <a:off x="5228853" y="2451476"/>
            <a:ext cx="1726324" cy="1941767"/>
            <a:chOff x="1044612" y="2568324"/>
            <a:chExt cx="1726324" cy="1941767"/>
          </a:xfrm>
        </p:grpSpPr>
        <p:sp>
          <p:nvSpPr>
            <p:cNvPr id="15" name="moji4b">
              <a:extLst>
                <a:ext uri="{FF2B5EF4-FFF2-40B4-BE49-F238E27FC236}">
                  <a16:creationId xmlns:a16="http://schemas.microsoft.com/office/drawing/2014/main" id="{B171592D-14FF-CD20-E233-E26CA9131560}"/>
                </a:ext>
              </a:extLst>
            </p:cNvPr>
            <p:cNvSpPr/>
            <p:nvPr/>
          </p:nvSpPr>
          <p:spPr>
            <a:xfrm>
              <a:off x="1047387" y="2571099"/>
              <a:ext cx="1723549" cy="19389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2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★</a:t>
              </a:r>
            </a:p>
          </p:txBody>
        </p:sp>
        <p:sp>
          <p:nvSpPr>
            <p:cNvPr id="16" name="moji4a">
              <a:extLst>
                <a:ext uri="{FF2B5EF4-FFF2-40B4-BE49-F238E27FC236}">
                  <a16:creationId xmlns:a16="http://schemas.microsoft.com/office/drawing/2014/main" id="{F82E28F5-84A8-B5A9-D73D-6FD947AF5DE1}"/>
                </a:ext>
              </a:extLst>
            </p:cNvPr>
            <p:cNvSpPr/>
            <p:nvPr/>
          </p:nvSpPr>
          <p:spPr>
            <a:xfrm>
              <a:off x="1044612" y="2568324"/>
              <a:ext cx="1723549" cy="1938992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2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★</a:t>
              </a:r>
            </a:p>
          </p:txBody>
        </p:sp>
      </p:grpSp>
      <p:grpSp>
        <p:nvGrpSpPr>
          <p:cNvPr id="17" name="moji5">
            <a:extLst>
              <a:ext uri="{FF2B5EF4-FFF2-40B4-BE49-F238E27FC236}">
                <a16:creationId xmlns:a16="http://schemas.microsoft.com/office/drawing/2014/main" id="{1F10F41D-5063-5170-52B0-045A9B45A7F9}"/>
              </a:ext>
            </a:extLst>
          </p:cNvPr>
          <p:cNvGrpSpPr/>
          <p:nvPr/>
        </p:nvGrpSpPr>
        <p:grpSpPr>
          <a:xfrm>
            <a:off x="3413657" y="4040818"/>
            <a:ext cx="2111044" cy="2403432"/>
            <a:chOff x="852252" y="2568324"/>
            <a:chExt cx="2111044" cy="2403432"/>
          </a:xfrm>
        </p:grpSpPr>
        <p:sp>
          <p:nvSpPr>
            <p:cNvPr id="18" name="moji1b">
              <a:extLst>
                <a:ext uri="{FF2B5EF4-FFF2-40B4-BE49-F238E27FC236}">
                  <a16:creationId xmlns:a16="http://schemas.microsoft.com/office/drawing/2014/main" id="{FFA77B06-D3C6-2DD9-EC54-7F6ECD3AE567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タ</a:t>
              </a:r>
            </a:p>
          </p:txBody>
        </p:sp>
        <p:sp>
          <p:nvSpPr>
            <p:cNvPr id="19" name="moji1a">
              <a:extLst>
                <a:ext uri="{FF2B5EF4-FFF2-40B4-BE49-F238E27FC236}">
                  <a16:creationId xmlns:a16="http://schemas.microsoft.com/office/drawing/2014/main" id="{527DC50A-570E-796D-0ECB-7F34AE47AD19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タ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20" name="moji1">
            <a:extLst>
              <a:ext uri="{FF2B5EF4-FFF2-40B4-BE49-F238E27FC236}">
                <a16:creationId xmlns:a16="http://schemas.microsoft.com/office/drawing/2014/main" id="{67B08A11-F87A-BE0B-EA0B-96A35E816E64}"/>
              </a:ext>
            </a:extLst>
          </p:cNvPr>
          <p:cNvGrpSpPr/>
          <p:nvPr/>
        </p:nvGrpSpPr>
        <p:grpSpPr>
          <a:xfrm>
            <a:off x="5085171" y="4040818"/>
            <a:ext cx="2111044" cy="2403432"/>
            <a:chOff x="852252" y="2568324"/>
            <a:chExt cx="2111044" cy="2403432"/>
          </a:xfrm>
        </p:grpSpPr>
        <p:sp>
          <p:nvSpPr>
            <p:cNvPr id="21" name="moji1b">
              <a:extLst>
                <a:ext uri="{FF2B5EF4-FFF2-40B4-BE49-F238E27FC236}">
                  <a16:creationId xmlns:a16="http://schemas.microsoft.com/office/drawing/2014/main" id="{9A3D0FAD-5043-1A3D-CFDA-DCD56AEB0546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イ</a:t>
              </a:r>
            </a:p>
          </p:txBody>
        </p:sp>
        <p:sp>
          <p:nvSpPr>
            <p:cNvPr id="22" name="moji1a">
              <a:extLst>
                <a:ext uri="{FF2B5EF4-FFF2-40B4-BE49-F238E27FC236}">
                  <a16:creationId xmlns:a16="http://schemas.microsoft.com/office/drawing/2014/main" id="{52001A5C-6A0B-AD14-28D7-6A17BE3F84D9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イ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23" name="moji1">
            <a:extLst>
              <a:ext uri="{FF2B5EF4-FFF2-40B4-BE49-F238E27FC236}">
                <a16:creationId xmlns:a16="http://schemas.microsoft.com/office/drawing/2014/main" id="{048E6ADD-128E-9C52-4910-50757542F268}"/>
              </a:ext>
            </a:extLst>
          </p:cNvPr>
          <p:cNvGrpSpPr/>
          <p:nvPr/>
        </p:nvGrpSpPr>
        <p:grpSpPr>
          <a:xfrm>
            <a:off x="6756685" y="4040818"/>
            <a:ext cx="2111045" cy="2403432"/>
            <a:chOff x="852252" y="2568324"/>
            <a:chExt cx="2111045" cy="2403432"/>
          </a:xfrm>
        </p:grpSpPr>
        <p:sp>
          <p:nvSpPr>
            <p:cNvPr id="24" name="moji1b">
              <a:extLst>
                <a:ext uri="{FF2B5EF4-FFF2-40B4-BE49-F238E27FC236}">
                  <a16:creationId xmlns:a16="http://schemas.microsoft.com/office/drawing/2014/main" id="{A5B4A19B-3924-D0BC-1658-EF9A966BFD6A}"/>
                </a:ext>
              </a:extLst>
            </p:cNvPr>
            <p:cNvSpPr/>
            <p:nvPr/>
          </p:nvSpPr>
          <p:spPr>
            <a:xfrm>
              <a:off x="855027" y="2571099"/>
              <a:ext cx="2108270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ム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moji1a">
              <a:extLst>
                <a:ext uri="{FF2B5EF4-FFF2-40B4-BE49-F238E27FC236}">
                  <a16:creationId xmlns:a16="http://schemas.microsoft.com/office/drawing/2014/main" id="{81372BF1-F1EF-1254-97C8-FC7CC0268FC5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ム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26" name="moji1">
            <a:extLst>
              <a:ext uri="{FF2B5EF4-FFF2-40B4-BE49-F238E27FC236}">
                <a16:creationId xmlns:a16="http://schemas.microsoft.com/office/drawing/2014/main" id="{04F9D1B9-8F9C-5D4D-E1C9-20645DA0B8FA}"/>
              </a:ext>
            </a:extLst>
          </p:cNvPr>
          <p:cNvGrpSpPr/>
          <p:nvPr/>
        </p:nvGrpSpPr>
        <p:grpSpPr>
          <a:xfrm>
            <a:off x="8428200" y="4040818"/>
            <a:ext cx="2111045" cy="2403432"/>
            <a:chOff x="852252" y="2568324"/>
            <a:chExt cx="2111045" cy="2403432"/>
          </a:xfrm>
        </p:grpSpPr>
        <p:sp>
          <p:nvSpPr>
            <p:cNvPr id="27" name="moji1b">
              <a:extLst>
                <a:ext uri="{FF2B5EF4-FFF2-40B4-BE49-F238E27FC236}">
                  <a16:creationId xmlns:a16="http://schemas.microsoft.com/office/drawing/2014/main" id="{41BDBAC1-411E-9266-6922-FB92E714CCA4}"/>
                </a:ext>
              </a:extLst>
            </p:cNvPr>
            <p:cNvSpPr/>
            <p:nvPr/>
          </p:nvSpPr>
          <p:spPr>
            <a:xfrm>
              <a:off x="855027" y="2571099"/>
              <a:ext cx="2108270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レ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moji1a">
              <a:extLst>
                <a:ext uri="{FF2B5EF4-FFF2-40B4-BE49-F238E27FC236}">
                  <a16:creationId xmlns:a16="http://schemas.microsoft.com/office/drawing/2014/main" id="{89A854B7-F7AA-71E2-83B6-1F91BE2FE322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レ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29" name="moji1">
            <a:extLst>
              <a:ext uri="{FF2B5EF4-FFF2-40B4-BE49-F238E27FC236}">
                <a16:creationId xmlns:a16="http://schemas.microsoft.com/office/drawing/2014/main" id="{29BA47C0-4601-2254-4775-C0A93B64DD1F}"/>
              </a:ext>
            </a:extLst>
          </p:cNvPr>
          <p:cNvGrpSpPr/>
          <p:nvPr/>
        </p:nvGrpSpPr>
        <p:grpSpPr>
          <a:xfrm>
            <a:off x="10099717" y="4040818"/>
            <a:ext cx="2111044" cy="2403432"/>
            <a:chOff x="852253" y="2568324"/>
            <a:chExt cx="2111044" cy="2403432"/>
          </a:xfrm>
        </p:grpSpPr>
        <p:sp>
          <p:nvSpPr>
            <p:cNvPr id="30" name="moji1b">
              <a:extLst>
                <a:ext uri="{FF2B5EF4-FFF2-40B4-BE49-F238E27FC236}">
                  <a16:creationId xmlns:a16="http://schemas.microsoft.com/office/drawing/2014/main" id="{4AEAE397-3F1D-22D3-2F11-6FB7AC59F955}"/>
                </a:ext>
              </a:extLst>
            </p:cNvPr>
            <p:cNvSpPr/>
            <p:nvPr/>
          </p:nvSpPr>
          <p:spPr>
            <a:xfrm>
              <a:off x="855027" y="2571099"/>
              <a:ext cx="2108270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ス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moji1a">
              <a:extLst>
                <a:ext uri="{FF2B5EF4-FFF2-40B4-BE49-F238E27FC236}">
                  <a16:creationId xmlns:a16="http://schemas.microsoft.com/office/drawing/2014/main" id="{3406DE0B-B851-840D-CE7A-EC3A5661938F}"/>
                </a:ext>
              </a:extLst>
            </p:cNvPr>
            <p:cNvSpPr/>
            <p:nvPr/>
          </p:nvSpPr>
          <p:spPr>
            <a:xfrm>
              <a:off x="852253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0029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7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70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7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" dur="70" fill="hold"/>
                                        <p:tgtEl>
                                          <p:spTgt spid="1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50"/>
                            </p:stCondLst>
                            <p:childTnLst>
                              <p:par>
                                <p:cTn id="38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" dur="70" fill="hold"/>
                                        <p:tgtEl>
                                          <p:spTgt spid="1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6" dur="70" fill="hold"/>
                                        <p:tgtEl>
                                          <p:spTgt spid="2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750"/>
                            </p:stCondLst>
                            <p:childTnLst>
                              <p:par>
                                <p:cTn id="52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" dur="70" fill="hold"/>
                                        <p:tgtEl>
                                          <p:spTgt spid="2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"/>
                            </p:stCondLst>
                            <p:childTnLst>
                              <p:par>
                                <p:cTn id="59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70" fill="hold"/>
                                        <p:tgtEl>
                                          <p:spTgt spid="2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250"/>
                            </p:stCondLst>
                            <p:childTnLst>
                              <p:par>
                                <p:cTn id="6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7" dur="70" fill="hold"/>
                                        <p:tgtEl>
                                          <p:spTgt spid="2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390"/>
                            </p:stCondLst>
                            <p:childTnLst>
                              <p:par>
                                <p:cTn id="69" presetID="4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!!ijika">
            <a:extLst>
              <a:ext uri="{FF2B5EF4-FFF2-40B4-BE49-F238E27FC236}">
                <a16:creationId xmlns:a16="http://schemas.microsoft.com/office/drawing/2014/main" id="{C93296A5-08A9-AE92-82E1-ED14FE075119}"/>
              </a:ext>
            </a:extLst>
          </p:cNvPr>
          <p:cNvGrpSpPr/>
          <p:nvPr/>
        </p:nvGrpSpPr>
        <p:grpSpPr>
          <a:xfrm>
            <a:off x="-3679769" y="2470026"/>
            <a:ext cx="2520000" cy="3166331"/>
            <a:chOff x="696822" y="2470026"/>
            <a:chExt cx="2520000" cy="3166331"/>
          </a:xfrm>
        </p:grpSpPr>
        <p:pic>
          <p:nvPicPr>
            <p:cNvPr id="17" name="医事課">
              <a:extLst>
                <a:ext uri="{FF2B5EF4-FFF2-40B4-BE49-F238E27FC236}">
                  <a16:creationId xmlns:a16="http://schemas.microsoft.com/office/drawing/2014/main" id="{C80DF1DD-7D63-4D6C-3F07-2E9B903BA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3732" r="53434" b="52359"/>
            <a:stretch>
              <a:fillRect/>
            </a:stretch>
          </p:blipFill>
          <p:spPr>
            <a:xfrm>
              <a:off x="696822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F33F0964-9A2E-56E7-BCCF-34403206AF32}"/>
                </a:ext>
              </a:extLst>
            </p:cNvPr>
            <p:cNvSpPr/>
            <p:nvPr/>
          </p:nvSpPr>
          <p:spPr>
            <a:xfrm>
              <a:off x="1171992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医事課</a:t>
              </a:r>
            </a:p>
          </p:txBody>
        </p:sp>
      </p:grpSp>
      <p:grpSp>
        <p:nvGrpSpPr>
          <p:cNvPr id="32" name="!!gairai">
            <a:extLst>
              <a:ext uri="{FF2B5EF4-FFF2-40B4-BE49-F238E27FC236}">
                <a16:creationId xmlns:a16="http://schemas.microsoft.com/office/drawing/2014/main" id="{E46D0827-594E-C99D-AD12-B79B416B51AF}"/>
              </a:ext>
            </a:extLst>
          </p:cNvPr>
          <p:cNvGrpSpPr/>
          <p:nvPr/>
        </p:nvGrpSpPr>
        <p:grpSpPr>
          <a:xfrm>
            <a:off x="-3395115" y="2470026"/>
            <a:ext cx="2520000" cy="3166331"/>
            <a:chOff x="3555298" y="2470026"/>
            <a:chExt cx="2520000" cy="3166331"/>
          </a:xfrm>
        </p:grpSpPr>
        <p:pic>
          <p:nvPicPr>
            <p:cNvPr id="16" name="外来">
              <a:extLst>
                <a:ext uri="{FF2B5EF4-FFF2-40B4-BE49-F238E27FC236}">
                  <a16:creationId xmlns:a16="http://schemas.microsoft.com/office/drawing/2014/main" id="{16DEDC98-4432-2241-985B-3DA130531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3732" r="4430" b="52359"/>
            <a:stretch>
              <a:fillRect/>
            </a:stretch>
          </p:blipFill>
          <p:spPr>
            <a:xfrm>
              <a:off x="3555298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22F00B6-7ADF-8793-E9DA-53FC00110FFF}"/>
                </a:ext>
              </a:extLst>
            </p:cNvPr>
            <p:cNvSpPr/>
            <p:nvPr/>
          </p:nvSpPr>
          <p:spPr>
            <a:xfrm>
              <a:off x="4261300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外来</a:t>
              </a:r>
            </a:p>
          </p:txBody>
        </p:sp>
      </p:grpSp>
      <p:grpSp>
        <p:nvGrpSpPr>
          <p:cNvPr id="33" name="!!nyuuinn">
            <a:extLst>
              <a:ext uri="{FF2B5EF4-FFF2-40B4-BE49-F238E27FC236}">
                <a16:creationId xmlns:a16="http://schemas.microsoft.com/office/drawing/2014/main" id="{5567C34B-ACFD-FE72-2768-8DEDB6A6F23F}"/>
              </a:ext>
            </a:extLst>
          </p:cNvPr>
          <p:cNvGrpSpPr/>
          <p:nvPr/>
        </p:nvGrpSpPr>
        <p:grpSpPr>
          <a:xfrm>
            <a:off x="-3042114" y="2470026"/>
            <a:ext cx="2520000" cy="3166331"/>
            <a:chOff x="6413774" y="2470026"/>
            <a:chExt cx="2520000" cy="3166331"/>
          </a:xfrm>
        </p:grpSpPr>
        <p:pic>
          <p:nvPicPr>
            <p:cNvPr id="19" name="入院係">
              <a:extLst>
                <a:ext uri="{FF2B5EF4-FFF2-40B4-BE49-F238E27FC236}">
                  <a16:creationId xmlns:a16="http://schemas.microsoft.com/office/drawing/2014/main" id="{BC21D775-9A33-E57C-ED60-214A0B5F4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51866" r="53434" b="4226"/>
            <a:stretch>
              <a:fillRect/>
            </a:stretch>
          </p:blipFill>
          <p:spPr>
            <a:xfrm>
              <a:off x="6413774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3C4BDAD-F28C-1376-2367-CC1647DCCE15}"/>
                </a:ext>
              </a:extLst>
            </p:cNvPr>
            <p:cNvSpPr/>
            <p:nvPr/>
          </p:nvSpPr>
          <p:spPr>
            <a:xfrm>
              <a:off x="6888944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dirty="0">
                  <a:ln w="0"/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入院係</a:t>
              </a:r>
              <a:endParaRPr lang="ja-JP" altLang="en-US" sz="3600" b="0" cap="none" spc="0" dirty="0">
                <a:ln w="0"/>
                <a:solidFill>
                  <a:schemeClr val="tx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34" name="!!touchoku">
            <a:extLst>
              <a:ext uri="{FF2B5EF4-FFF2-40B4-BE49-F238E27FC236}">
                <a16:creationId xmlns:a16="http://schemas.microsoft.com/office/drawing/2014/main" id="{4708F6A9-4067-A377-512E-0090A40B8E9B}"/>
              </a:ext>
            </a:extLst>
          </p:cNvPr>
          <p:cNvGrpSpPr/>
          <p:nvPr/>
        </p:nvGrpSpPr>
        <p:grpSpPr>
          <a:xfrm>
            <a:off x="-2630443" y="2470026"/>
            <a:ext cx="2520000" cy="3166331"/>
            <a:chOff x="9272250" y="2470026"/>
            <a:chExt cx="2520000" cy="3166331"/>
          </a:xfrm>
        </p:grpSpPr>
        <p:pic>
          <p:nvPicPr>
            <p:cNvPr id="18" name="当直">
              <a:extLst>
                <a:ext uri="{FF2B5EF4-FFF2-40B4-BE49-F238E27FC236}">
                  <a16:creationId xmlns:a16="http://schemas.microsoft.com/office/drawing/2014/main" id="{DF565C8A-1A0D-0EF9-2D2A-B6549C3E8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51373" r="4430" b="4719"/>
            <a:stretch>
              <a:fillRect/>
            </a:stretch>
          </p:blipFill>
          <p:spPr>
            <a:xfrm>
              <a:off x="9272250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D7DF29F1-8EED-0A44-510F-E51B2B1101C9}"/>
                </a:ext>
              </a:extLst>
            </p:cNvPr>
            <p:cNvSpPr/>
            <p:nvPr/>
          </p:nvSpPr>
          <p:spPr>
            <a:xfrm>
              <a:off x="9978252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当直</a:t>
              </a:r>
            </a:p>
          </p:txBody>
        </p:sp>
      </p:grpSp>
      <p:grpSp>
        <p:nvGrpSpPr>
          <p:cNvPr id="23" name="!!jobrotaion">
            <a:extLst>
              <a:ext uri="{FF2B5EF4-FFF2-40B4-BE49-F238E27FC236}">
                <a16:creationId xmlns:a16="http://schemas.microsoft.com/office/drawing/2014/main" id="{25278FCD-D77E-12BD-8A7B-C04F2DB18E54}"/>
              </a:ext>
            </a:extLst>
          </p:cNvPr>
          <p:cNvGrpSpPr/>
          <p:nvPr/>
        </p:nvGrpSpPr>
        <p:grpSpPr>
          <a:xfrm>
            <a:off x="990275" y="2321005"/>
            <a:ext cx="10211450" cy="2215991"/>
            <a:chOff x="1134628" y="622499"/>
            <a:chExt cx="10211450" cy="2215991"/>
          </a:xfrm>
        </p:grpSpPr>
        <p:sp>
          <p:nvSpPr>
            <p:cNvPr id="22" name="shadow">
              <a:extLst>
                <a:ext uri="{FF2B5EF4-FFF2-40B4-BE49-F238E27FC236}">
                  <a16:creationId xmlns:a16="http://schemas.microsoft.com/office/drawing/2014/main" id="{DF1F4AE8-15CA-B68D-8003-C367952E3C96}"/>
                </a:ext>
              </a:extLst>
            </p:cNvPr>
            <p:cNvSpPr/>
            <p:nvPr/>
          </p:nvSpPr>
          <p:spPr>
            <a:xfrm>
              <a:off x="1134628" y="622499"/>
              <a:ext cx="10211450" cy="2215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138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138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138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C8801620-9276-8AF4-CEDC-533F32ECA551}"/>
                </a:ext>
              </a:extLst>
            </p:cNvPr>
            <p:cNvSpPr/>
            <p:nvPr/>
          </p:nvSpPr>
          <p:spPr>
            <a:xfrm>
              <a:off x="1134628" y="622499"/>
              <a:ext cx="10211450" cy="221599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138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138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13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7433561"/>
      </p:ext>
    </p:extLst>
  </p:cSld>
  <p:clrMapOvr>
    <a:masterClrMapping/>
  </p:clrMapOvr>
  <p:transition spd="slow" advClick="0" advTm="0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04FE1D-846A-676A-3B65-854A7302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!!ijika">
            <a:extLst>
              <a:ext uri="{FF2B5EF4-FFF2-40B4-BE49-F238E27FC236}">
                <a16:creationId xmlns:a16="http://schemas.microsoft.com/office/drawing/2014/main" id="{69E71944-161A-10F1-9EE4-3D782F6C5DF5}"/>
              </a:ext>
            </a:extLst>
          </p:cNvPr>
          <p:cNvGrpSpPr/>
          <p:nvPr/>
        </p:nvGrpSpPr>
        <p:grpSpPr>
          <a:xfrm>
            <a:off x="696822" y="2470026"/>
            <a:ext cx="2520000" cy="3166331"/>
            <a:chOff x="696822" y="2470026"/>
            <a:chExt cx="2520000" cy="3166331"/>
          </a:xfrm>
        </p:grpSpPr>
        <p:pic>
          <p:nvPicPr>
            <p:cNvPr id="17" name="医事課">
              <a:extLst>
                <a:ext uri="{FF2B5EF4-FFF2-40B4-BE49-F238E27FC236}">
                  <a16:creationId xmlns:a16="http://schemas.microsoft.com/office/drawing/2014/main" id="{DC3C0A85-6A82-68B8-29FE-059870B5B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3732" r="53434" b="52359"/>
            <a:stretch>
              <a:fillRect/>
            </a:stretch>
          </p:blipFill>
          <p:spPr>
            <a:xfrm>
              <a:off x="696822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8C6DD47-6C93-38BA-F1A4-B2DAF24A9317}"/>
                </a:ext>
              </a:extLst>
            </p:cNvPr>
            <p:cNvSpPr/>
            <p:nvPr/>
          </p:nvSpPr>
          <p:spPr>
            <a:xfrm>
              <a:off x="1171992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医事課</a:t>
              </a:r>
            </a:p>
          </p:txBody>
        </p:sp>
      </p:grpSp>
      <p:grpSp>
        <p:nvGrpSpPr>
          <p:cNvPr id="32" name="!!gairai">
            <a:extLst>
              <a:ext uri="{FF2B5EF4-FFF2-40B4-BE49-F238E27FC236}">
                <a16:creationId xmlns:a16="http://schemas.microsoft.com/office/drawing/2014/main" id="{914757E9-C51C-2068-6FE4-8E9BD3B4DF37}"/>
              </a:ext>
            </a:extLst>
          </p:cNvPr>
          <p:cNvGrpSpPr/>
          <p:nvPr/>
        </p:nvGrpSpPr>
        <p:grpSpPr>
          <a:xfrm>
            <a:off x="3555298" y="2470026"/>
            <a:ext cx="2520000" cy="3166331"/>
            <a:chOff x="3555298" y="2470026"/>
            <a:chExt cx="2520000" cy="3166331"/>
          </a:xfrm>
        </p:grpSpPr>
        <p:pic>
          <p:nvPicPr>
            <p:cNvPr id="16" name="外来">
              <a:extLst>
                <a:ext uri="{FF2B5EF4-FFF2-40B4-BE49-F238E27FC236}">
                  <a16:creationId xmlns:a16="http://schemas.microsoft.com/office/drawing/2014/main" id="{C37D9239-8897-9C0C-977D-ABF44CA30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3732" r="4430" b="52359"/>
            <a:stretch>
              <a:fillRect/>
            </a:stretch>
          </p:blipFill>
          <p:spPr>
            <a:xfrm>
              <a:off x="3555298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8D04EE0-0D8F-60A5-2BC8-6EFFB20156EC}"/>
                </a:ext>
              </a:extLst>
            </p:cNvPr>
            <p:cNvSpPr/>
            <p:nvPr/>
          </p:nvSpPr>
          <p:spPr>
            <a:xfrm>
              <a:off x="4261300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外来</a:t>
              </a:r>
            </a:p>
          </p:txBody>
        </p:sp>
      </p:grpSp>
      <p:grpSp>
        <p:nvGrpSpPr>
          <p:cNvPr id="33" name="!!nyuuinn">
            <a:extLst>
              <a:ext uri="{FF2B5EF4-FFF2-40B4-BE49-F238E27FC236}">
                <a16:creationId xmlns:a16="http://schemas.microsoft.com/office/drawing/2014/main" id="{E6A4965A-5DBA-600E-249B-6580BA52DA3F}"/>
              </a:ext>
            </a:extLst>
          </p:cNvPr>
          <p:cNvGrpSpPr/>
          <p:nvPr/>
        </p:nvGrpSpPr>
        <p:grpSpPr>
          <a:xfrm>
            <a:off x="6413774" y="2470026"/>
            <a:ext cx="2520000" cy="3166331"/>
            <a:chOff x="6413774" y="2470026"/>
            <a:chExt cx="2520000" cy="3166331"/>
          </a:xfrm>
        </p:grpSpPr>
        <p:pic>
          <p:nvPicPr>
            <p:cNvPr id="19" name="入院係">
              <a:extLst>
                <a:ext uri="{FF2B5EF4-FFF2-40B4-BE49-F238E27FC236}">
                  <a16:creationId xmlns:a16="http://schemas.microsoft.com/office/drawing/2014/main" id="{5DE34173-A1BF-3AA7-0026-EC5E93A45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51866" r="53434" b="4226"/>
            <a:stretch>
              <a:fillRect/>
            </a:stretch>
          </p:blipFill>
          <p:spPr>
            <a:xfrm>
              <a:off x="6413774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99030A52-9425-2699-0FD5-37F47C33B24E}"/>
                </a:ext>
              </a:extLst>
            </p:cNvPr>
            <p:cNvSpPr/>
            <p:nvPr/>
          </p:nvSpPr>
          <p:spPr>
            <a:xfrm>
              <a:off x="6888944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dirty="0">
                  <a:ln w="0"/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入院係</a:t>
              </a:r>
              <a:endParaRPr lang="ja-JP" altLang="en-US" sz="3600" b="0" cap="none" spc="0" dirty="0">
                <a:ln w="0"/>
                <a:solidFill>
                  <a:schemeClr val="tx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34" name="!!touchoku">
            <a:extLst>
              <a:ext uri="{FF2B5EF4-FFF2-40B4-BE49-F238E27FC236}">
                <a16:creationId xmlns:a16="http://schemas.microsoft.com/office/drawing/2014/main" id="{71B541F9-4D02-200E-CAD6-63F7DF385D1C}"/>
              </a:ext>
            </a:extLst>
          </p:cNvPr>
          <p:cNvGrpSpPr/>
          <p:nvPr/>
        </p:nvGrpSpPr>
        <p:grpSpPr>
          <a:xfrm>
            <a:off x="9272250" y="2470026"/>
            <a:ext cx="2520000" cy="3166331"/>
            <a:chOff x="9272250" y="2470026"/>
            <a:chExt cx="2520000" cy="3166331"/>
          </a:xfrm>
        </p:grpSpPr>
        <p:pic>
          <p:nvPicPr>
            <p:cNvPr id="18" name="当直">
              <a:extLst>
                <a:ext uri="{FF2B5EF4-FFF2-40B4-BE49-F238E27FC236}">
                  <a16:creationId xmlns:a16="http://schemas.microsoft.com/office/drawing/2014/main" id="{FB61627B-936C-F070-9E09-F6B4C74BC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51373" r="4430" b="4719"/>
            <a:stretch>
              <a:fillRect/>
            </a:stretch>
          </p:blipFill>
          <p:spPr>
            <a:xfrm>
              <a:off x="9272250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8BB0871-7E69-9A89-74E8-B7B7F8C0396C}"/>
                </a:ext>
              </a:extLst>
            </p:cNvPr>
            <p:cNvSpPr/>
            <p:nvPr/>
          </p:nvSpPr>
          <p:spPr>
            <a:xfrm>
              <a:off x="9978252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当直</a:t>
              </a:r>
            </a:p>
          </p:txBody>
        </p:sp>
      </p:grpSp>
      <p:grpSp>
        <p:nvGrpSpPr>
          <p:cNvPr id="23" name="!!jobrotaion">
            <a:extLst>
              <a:ext uri="{FF2B5EF4-FFF2-40B4-BE49-F238E27FC236}">
                <a16:creationId xmlns:a16="http://schemas.microsoft.com/office/drawing/2014/main" id="{5FBD2F5D-D831-60BE-8AB5-9203A3908EE2}"/>
              </a:ext>
            </a:extLst>
          </p:cNvPr>
          <p:cNvGrpSpPr/>
          <p:nvPr/>
        </p:nvGrpSpPr>
        <p:grpSpPr>
          <a:xfrm>
            <a:off x="2659885" y="622499"/>
            <a:ext cx="7160935" cy="1569660"/>
            <a:chOff x="2659885" y="622499"/>
            <a:chExt cx="7160935" cy="1569660"/>
          </a:xfrm>
        </p:grpSpPr>
        <p:sp>
          <p:nvSpPr>
            <p:cNvPr id="22" name="shadow">
              <a:extLst>
                <a:ext uri="{FF2B5EF4-FFF2-40B4-BE49-F238E27FC236}">
                  <a16:creationId xmlns:a16="http://schemas.microsoft.com/office/drawing/2014/main" id="{52594190-DA27-074B-BB51-7331427FF1B8}"/>
                </a:ext>
              </a:extLst>
            </p:cNvPr>
            <p:cNvSpPr/>
            <p:nvPr/>
          </p:nvSpPr>
          <p:spPr>
            <a:xfrm>
              <a:off x="2659885" y="622499"/>
              <a:ext cx="7160935" cy="15696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96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96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96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9C6806-3F14-3CC4-F9AC-311F34300265}"/>
                </a:ext>
              </a:extLst>
            </p:cNvPr>
            <p:cNvSpPr/>
            <p:nvPr/>
          </p:nvSpPr>
          <p:spPr>
            <a:xfrm>
              <a:off x="2659885" y="622499"/>
              <a:ext cx="7160935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96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96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96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4032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248A5-851C-0193-F2BD-31D2706A8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0E5488-E173-A1A2-2C2C-3173CEF600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sz="7200" dirty="0">
                <a:solidFill>
                  <a:schemeClr val="bg1"/>
                </a:solidFill>
              </a:rPr>
              <a:t>スマホ</a:t>
            </a:r>
            <a:r>
              <a:rPr kumimoji="1" lang="ja-JP" altLang="en-US" dirty="0">
                <a:solidFill>
                  <a:schemeClr val="bg1"/>
                </a:solidFill>
              </a:rPr>
              <a:t>を持つ前に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知っておいてほしいこと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35EFCD8-8B1A-4935-E1FA-21F09263E0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現実に起こった事件を知って、リスク回避をできるようになってください</a:t>
            </a:r>
          </a:p>
        </p:txBody>
      </p:sp>
      <p:sp>
        <p:nvSpPr>
          <p:cNvPr id="4" name="!!shikaku">
            <a:extLst>
              <a:ext uri="{FF2B5EF4-FFF2-40B4-BE49-F238E27FC236}">
                <a16:creationId xmlns:a16="http://schemas.microsoft.com/office/drawing/2014/main" id="{BA376CBB-78DA-C942-CCC8-31656750DF8B}"/>
              </a:ext>
            </a:extLst>
          </p:cNvPr>
          <p:cNvSpPr/>
          <p:nvPr/>
        </p:nvSpPr>
        <p:spPr>
          <a:xfrm>
            <a:off x="0" y="-349342"/>
            <a:ext cx="12192000" cy="7207342"/>
          </a:xfrm>
          <a:prstGeom prst="rect">
            <a:avLst/>
          </a:prstGeom>
          <a:solidFill>
            <a:srgbClr val="2121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6" name="図 15" descr="ぼやけた医療施設の廊下">
            <a:extLst>
              <a:ext uri="{FF2B5EF4-FFF2-40B4-BE49-F238E27FC236}">
                <a16:creationId xmlns:a16="http://schemas.microsoft.com/office/drawing/2014/main" id="{80E07F95-9F73-05F8-7823-6265B5456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71" y="-174671"/>
            <a:ext cx="10274458" cy="6858000"/>
          </a:xfrm>
          <a:prstGeom prst="rect">
            <a:avLst/>
          </a:prstGeom>
        </p:spPr>
      </p:pic>
      <p:sp>
        <p:nvSpPr>
          <p:cNvPr id="6" name="!!title">
            <a:hlinkClick r:id="rId3"/>
            <a:extLst>
              <a:ext uri="{FF2B5EF4-FFF2-40B4-BE49-F238E27FC236}">
                <a16:creationId xmlns:a16="http://schemas.microsoft.com/office/drawing/2014/main" id="{0EA7E138-2E73-9D4B-840C-FC7E17A6479E}"/>
              </a:ext>
            </a:extLst>
          </p:cNvPr>
          <p:cNvSpPr/>
          <p:nvPr/>
        </p:nvSpPr>
        <p:spPr bwMode="auto">
          <a:xfrm>
            <a:off x="4589058" y="4442043"/>
            <a:ext cx="3237876" cy="749508"/>
          </a:xfrm>
          <a:custGeom>
            <a:avLst/>
            <a:gdLst>
              <a:gd name="csX0" fmla="*/ 124920 w 3237876"/>
              <a:gd name="csY0" fmla="*/ 0 h 749508"/>
              <a:gd name="csX1" fmla="*/ 3112956 w 3237876"/>
              <a:gd name="csY1" fmla="*/ 0 h 749508"/>
              <a:gd name="csX2" fmla="*/ 3237876 w 3237876"/>
              <a:gd name="csY2" fmla="*/ 124920 h 749508"/>
              <a:gd name="csX3" fmla="*/ 3237876 w 3237876"/>
              <a:gd name="csY3" fmla="*/ 624588 h 749508"/>
              <a:gd name="csX4" fmla="*/ 3112956 w 3237876"/>
              <a:gd name="csY4" fmla="*/ 749508 h 749508"/>
              <a:gd name="csX5" fmla="*/ 124920 w 3237876"/>
              <a:gd name="csY5" fmla="*/ 749508 h 749508"/>
              <a:gd name="csX6" fmla="*/ 0 w 3237876"/>
              <a:gd name="csY6" fmla="*/ 624588 h 749508"/>
              <a:gd name="csX7" fmla="*/ 0 w 3237876"/>
              <a:gd name="csY7" fmla="*/ 124920 h 749508"/>
              <a:gd name="csX8" fmla="*/ 124920 w 3237876"/>
              <a:gd name="csY8" fmla="*/ 0 h 7495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237876" h="749508">
                <a:moveTo>
                  <a:pt x="124920" y="0"/>
                </a:moveTo>
                <a:lnTo>
                  <a:pt x="3112956" y="0"/>
                </a:lnTo>
                <a:cubicBezTo>
                  <a:pt x="3181947" y="0"/>
                  <a:pt x="3237876" y="55929"/>
                  <a:pt x="3237876" y="124920"/>
                </a:cubicBezTo>
                <a:lnTo>
                  <a:pt x="3237876" y="624588"/>
                </a:lnTo>
                <a:cubicBezTo>
                  <a:pt x="3237876" y="693579"/>
                  <a:pt x="3181947" y="749508"/>
                  <a:pt x="3112956" y="749508"/>
                </a:cubicBezTo>
                <a:lnTo>
                  <a:pt x="124920" y="749508"/>
                </a:lnTo>
                <a:cubicBezTo>
                  <a:pt x="55929" y="749508"/>
                  <a:pt x="0" y="693579"/>
                  <a:pt x="0" y="624588"/>
                </a:cubicBezTo>
                <a:lnTo>
                  <a:pt x="0" y="124920"/>
                </a:lnTo>
                <a:cubicBezTo>
                  <a:pt x="0" y="55929"/>
                  <a:pt x="55929" y="0"/>
                  <a:pt x="124920" y="0"/>
                </a:cubicBez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 anchorCtr="1">
            <a:noAutofit/>
          </a:bodyPr>
          <a:lstStyle/>
          <a:p>
            <a:pPr algn="ctr"/>
            <a:r>
              <a:rPr lang="ja-JP" altLang="en-US" sz="16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気分転換に笑える動画を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5028A7-1650-E541-19EE-D810B92D0B7B}"/>
              </a:ext>
            </a:extLst>
          </p:cNvPr>
          <p:cNvSpPr/>
          <p:nvPr/>
        </p:nvSpPr>
        <p:spPr>
          <a:xfrm>
            <a:off x="685867" y="572086"/>
            <a:ext cx="1665841" cy="186204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115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3FAFFD-37E7-823E-1CE2-F9098740974E}"/>
              </a:ext>
            </a:extLst>
          </p:cNvPr>
          <p:cNvSpPr/>
          <p:nvPr/>
        </p:nvSpPr>
        <p:spPr>
          <a:xfrm>
            <a:off x="2397015" y="635164"/>
            <a:ext cx="1313180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8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</a:t>
            </a:r>
            <a:endParaRPr lang="ja-JP" altLang="en-US" sz="11500" b="1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0FFE04D-DCF2-9661-CA97-BC1E0B5F19AB}"/>
              </a:ext>
            </a:extLst>
          </p:cNvPr>
          <p:cNvSpPr/>
          <p:nvPr/>
        </p:nvSpPr>
        <p:spPr>
          <a:xfrm>
            <a:off x="3716410" y="635164"/>
            <a:ext cx="1313181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8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C2AA03C-1533-5286-84DE-830AB69D8F98}"/>
              </a:ext>
            </a:extLst>
          </p:cNvPr>
          <p:cNvSpPr/>
          <p:nvPr/>
        </p:nvSpPr>
        <p:spPr>
          <a:xfrm>
            <a:off x="4795262" y="700547"/>
            <a:ext cx="1659429" cy="186204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115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れ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F2427C6-DE6D-1E93-3455-8946AF83EAA2}"/>
              </a:ext>
            </a:extLst>
          </p:cNvPr>
          <p:cNvSpPr/>
          <p:nvPr/>
        </p:nvSpPr>
        <p:spPr>
          <a:xfrm>
            <a:off x="5340067" y="2250151"/>
            <a:ext cx="1313180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8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さ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80ADE84-6277-87B2-8953-6CC22BDBC018}"/>
              </a:ext>
            </a:extLst>
          </p:cNvPr>
          <p:cNvSpPr/>
          <p:nvPr/>
        </p:nvSpPr>
        <p:spPr>
          <a:xfrm>
            <a:off x="6536232" y="1478798"/>
            <a:ext cx="1600117" cy="186204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115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2AD5575-F126-F11C-6725-D3D434556562}"/>
              </a:ext>
            </a:extLst>
          </p:cNvPr>
          <p:cNvSpPr/>
          <p:nvPr/>
        </p:nvSpPr>
        <p:spPr>
          <a:xfrm>
            <a:off x="8080006" y="1880433"/>
            <a:ext cx="1313180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8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E795DC9-8938-F95F-D431-4CF3942422AC}"/>
              </a:ext>
            </a:extLst>
          </p:cNvPr>
          <p:cNvSpPr/>
          <p:nvPr/>
        </p:nvSpPr>
        <p:spPr>
          <a:xfrm>
            <a:off x="9195617" y="1834653"/>
            <a:ext cx="1167306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8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し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ACB28D7-4537-D174-E864-66FAEACFC62A}"/>
              </a:ext>
            </a:extLst>
          </p:cNvPr>
          <p:cNvSpPr/>
          <p:nvPr/>
        </p:nvSpPr>
        <p:spPr>
          <a:xfrm>
            <a:off x="10224791" y="2081714"/>
            <a:ext cx="1659429" cy="186204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115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た</a:t>
            </a:r>
          </a:p>
        </p:txBody>
      </p:sp>
    </p:spTree>
    <p:extLst>
      <p:ext uri="{BB962C8B-B14F-4D97-AF65-F5344CB8AC3E}">
        <p14:creationId xmlns:p14="http://schemas.microsoft.com/office/powerpoint/2010/main" val="617601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70" fill="hold"/>
                                        <p:tgtEl>
                                          <p:spTgt spid="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7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70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" dur="7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50"/>
                            </p:stCondLst>
                            <p:childTnLst>
                              <p:par>
                                <p:cTn id="38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" dur="7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6" dur="7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750"/>
                            </p:stCondLst>
                            <p:childTnLst>
                              <p:par>
                                <p:cTn id="52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" dur="70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"/>
                            </p:stCondLst>
                            <p:childTnLst>
                              <p:par>
                                <p:cTn id="59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70" fill="hold"/>
                                        <p:tgtEl>
                                          <p:spTgt spid="1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250"/>
                            </p:stCondLst>
                            <p:childTnLst>
                              <p:par>
                                <p:cTn id="66" presetID="6" presetClass="emph" presetSubtype="0" autoRev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7" dur="70" fill="hold"/>
                                        <p:tgtEl>
                                          <p:spTgt spid="1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7" grpId="0"/>
      <p:bldP spid="7" grpId="1"/>
      <p:bldP spid="8" grpId="0"/>
      <p:bldP spid="8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</p:bld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74</Words>
  <Application>Microsoft Office PowerPoint</Application>
  <PresentationFormat>ワイド画面</PresentationFormat>
  <Paragraphs>42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BIZ UDPゴシック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スマホを持つ前に 知っておいてほしいこと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ルミ子 中川</dc:creator>
  <cp:lastModifiedBy>ルミ子 中川</cp:lastModifiedBy>
  <cp:revision>5</cp:revision>
  <dcterms:created xsi:type="dcterms:W3CDTF">2026-09-19T14:04:24Z</dcterms:created>
  <dcterms:modified xsi:type="dcterms:W3CDTF">2026-09-22T13:53:36Z</dcterms:modified>
</cp:coreProperties>
</file>