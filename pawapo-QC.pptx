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8" r:id="rId2"/>
    <p:sldId id="289" r:id="rId3"/>
    <p:sldId id="256" r:id="rId4"/>
    <p:sldId id="287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BE8E5"/>
    <a:srgbClr val="20A4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3" autoAdjust="0"/>
    <p:restoredTop sz="94660"/>
  </p:normalViewPr>
  <p:slideViewPr>
    <p:cSldViewPr snapToGrid="0">
      <p:cViewPr varScale="1">
        <p:scale>
          <a:sx n="61" d="100"/>
          <a:sy n="61" d="100"/>
        </p:scale>
        <p:origin x="2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8643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301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0515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!!ijika">
            <a:extLst>
              <a:ext uri="{FF2B5EF4-FFF2-40B4-BE49-F238E27FC236}">
                <a16:creationId xmlns:a16="http://schemas.microsoft.com/office/drawing/2014/main" id="{C93296A5-08A9-AE92-82E1-ED14FE075119}"/>
              </a:ext>
            </a:extLst>
          </p:cNvPr>
          <p:cNvGrpSpPr/>
          <p:nvPr/>
        </p:nvGrpSpPr>
        <p:grpSpPr>
          <a:xfrm>
            <a:off x="-3679769" y="2470026"/>
            <a:ext cx="2520000" cy="3166331"/>
            <a:chOff x="696822" y="2470026"/>
            <a:chExt cx="2520000" cy="3166331"/>
          </a:xfrm>
        </p:grpSpPr>
        <p:pic>
          <p:nvPicPr>
            <p:cNvPr id="17" name="医事課">
              <a:extLst>
                <a:ext uri="{FF2B5EF4-FFF2-40B4-BE49-F238E27FC236}">
                  <a16:creationId xmlns:a16="http://schemas.microsoft.com/office/drawing/2014/main" id="{C80DF1DD-7D63-4D6C-3F07-2E9B903BA7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58" t="3732" r="53434" b="52359"/>
            <a:stretch>
              <a:fillRect/>
            </a:stretch>
          </p:blipFill>
          <p:spPr>
            <a:xfrm>
              <a:off x="696822" y="2470026"/>
              <a:ext cx="2520000" cy="2520000"/>
            </a:xfrm>
            <a:custGeom>
              <a:avLst/>
              <a:gdLst>
                <a:gd name="csX0" fmla="*/ 1505607 w 3011214"/>
                <a:gd name="csY0" fmla="*/ 0 h 3011214"/>
                <a:gd name="csX1" fmla="*/ 3011214 w 3011214"/>
                <a:gd name="csY1" fmla="*/ 1505607 h 3011214"/>
                <a:gd name="csX2" fmla="*/ 1505607 w 3011214"/>
                <a:gd name="csY2" fmla="*/ 3011214 h 3011214"/>
                <a:gd name="csX3" fmla="*/ 0 w 3011214"/>
                <a:gd name="csY3" fmla="*/ 1505607 h 3011214"/>
                <a:gd name="csX4" fmla="*/ 1505607 w 3011214"/>
                <a:gd name="csY4" fmla="*/ 0 h 3011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011214" h="3011214">
                  <a:moveTo>
                    <a:pt x="1505607" y="0"/>
                  </a:moveTo>
                  <a:cubicBezTo>
                    <a:pt x="2337131" y="0"/>
                    <a:pt x="3011214" y="674083"/>
                    <a:pt x="3011214" y="1505607"/>
                  </a:cubicBezTo>
                  <a:cubicBezTo>
                    <a:pt x="3011214" y="2337131"/>
                    <a:pt x="2337131" y="3011214"/>
                    <a:pt x="1505607" y="3011214"/>
                  </a:cubicBezTo>
                  <a:cubicBezTo>
                    <a:pt x="674083" y="3011214"/>
                    <a:pt x="0" y="2337131"/>
                    <a:pt x="0" y="1505607"/>
                  </a:cubicBezTo>
                  <a:cubicBezTo>
                    <a:pt x="0" y="674083"/>
                    <a:pt x="674083" y="0"/>
                    <a:pt x="1505607" y="0"/>
                  </a:cubicBezTo>
                  <a:close/>
                </a:path>
              </a:pathLst>
            </a:custGeom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F33F0964-9A2E-56E7-BCCF-34403206AF32}"/>
                </a:ext>
              </a:extLst>
            </p:cNvPr>
            <p:cNvSpPr/>
            <p:nvPr/>
          </p:nvSpPr>
          <p:spPr>
            <a:xfrm>
              <a:off x="1171992" y="4990026"/>
              <a:ext cx="1569660" cy="64633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ja-JP" altLang="en-US" sz="3600" b="0" cap="none" spc="0" dirty="0">
                  <a:ln w="0"/>
                  <a:solidFill>
                    <a:schemeClr val="tx1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</a:rPr>
                <a:t>医事課</a:t>
              </a:r>
            </a:p>
          </p:txBody>
        </p:sp>
      </p:grpSp>
      <p:grpSp>
        <p:nvGrpSpPr>
          <p:cNvPr id="32" name="!!gairai">
            <a:extLst>
              <a:ext uri="{FF2B5EF4-FFF2-40B4-BE49-F238E27FC236}">
                <a16:creationId xmlns:a16="http://schemas.microsoft.com/office/drawing/2014/main" id="{E46D0827-594E-C99D-AD12-B79B416B51AF}"/>
              </a:ext>
            </a:extLst>
          </p:cNvPr>
          <p:cNvGrpSpPr/>
          <p:nvPr/>
        </p:nvGrpSpPr>
        <p:grpSpPr>
          <a:xfrm>
            <a:off x="-3395115" y="2470026"/>
            <a:ext cx="2520000" cy="3166331"/>
            <a:chOff x="3555298" y="2470026"/>
            <a:chExt cx="2520000" cy="3166331"/>
          </a:xfrm>
        </p:grpSpPr>
        <p:pic>
          <p:nvPicPr>
            <p:cNvPr id="16" name="外来">
              <a:extLst>
                <a:ext uri="{FF2B5EF4-FFF2-40B4-BE49-F238E27FC236}">
                  <a16:creationId xmlns:a16="http://schemas.microsoft.com/office/drawing/2014/main" id="{16DEDC98-4432-2241-985B-3DA130531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661" t="3732" r="4430" b="52359"/>
            <a:stretch>
              <a:fillRect/>
            </a:stretch>
          </p:blipFill>
          <p:spPr>
            <a:xfrm>
              <a:off x="3555298" y="2470026"/>
              <a:ext cx="2520000" cy="2520000"/>
            </a:xfrm>
            <a:custGeom>
              <a:avLst/>
              <a:gdLst>
                <a:gd name="csX0" fmla="*/ 1505607 w 3011214"/>
                <a:gd name="csY0" fmla="*/ 0 h 3011214"/>
                <a:gd name="csX1" fmla="*/ 3011214 w 3011214"/>
                <a:gd name="csY1" fmla="*/ 1505607 h 3011214"/>
                <a:gd name="csX2" fmla="*/ 1505607 w 3011214"/>
                <a:gd name="csY2" fmla="*/ 3011214 h 3011214"/>
                <a:gd name="csX3" fmla="*/ 0 w 3011214"/>
                <a:gd name="csY3" fmla="*/ 1505607 h 3011214"/>
                <a:gd name="csX4" fmla="*/ 1505607 w 3011214"/>
                <a:gd name="csY4" fmla="*/ 0 h 3011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011214" h="3011214">
                  <a:moveTo>
                    <a:pt x="1505607" y="0"/>
                  </a:moveTo>
                  <a:cubicBezTo>
                    <a:pt x="2337131" y="0"/>
                    <a:pt x="3011214" y="674083"/>
                    <a:pt x="3011214" y="1505607"/>
                  </a:cubicBezTo>
                  <a:cubicBezTo>
                    <a:pt x="3011214" y="2337131"/>
                    <a:pt x="2337131" y="3011214"/>
                    <a:pt x="1505607" y="3011214"/>
                  </a:cubicBezTo>
                  <a:cubicBezTo>
                    <a:pt x="674083" y="3011214"/>
                    <a:pt x="0" y="2337131"/>
                    <a:pt x="0" y="1505607"/>
                  </a:cubicBezTo>
                  <a:cubicBezTo>
                    <a:pt x="0" y="674083"/>
                    <a:pt x="674083" y="0"/>
                    <a:pt x="1505607" y="0"/>
                  </a:cubicBezTo>
                  <a:close/>
                </a:path>
              </a:pathLst>
            </a:custGeom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522F00B6-7ADF-8793-E9DA-53FC00110FFF}"/>
                </a:ext>
              </a:extLst>
            </p:cNvPr>
            <p:cNvSpPr/>
            <p:nvPr/>
          </p:nvSpPr>
          <p:spPr>
            <a:xfrm>
              <a:off x="4261300" y="4990026"/>
              <a:ext cx="1107996" cy="64633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ja-JP" altLang="en-US" sz="3600" b="0" cap="none" spc="0" dirty="0">
                  <a:ln w="0"/>
                  <a:solidFill>
                    <a:schemeClr val="tx1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</a:rPr>
                <a:t>外来</a:t>
              </a:r>
            </a:p>
          </p:txBody>
        </p:sp>
      </p:grpSp>
      <p:grpSp>
        <p:nvGrpSpPr>
          <p:cNvPr id="33" name="!!nyuuinn">
            <a:extLst>
              <a:ext uri="{FF2B5EF4-FFF2-40B4-BE49-F238E27FC236}">
                <a16:creationId xmlns:a16="http://schemas.microsoft.com/office/drawing/2014/main" id="{5567C34B-ACFD-FE72-2768-8DEDB6A6F23F}"/>
              </a:ext>
            </a:extLst>
          </p:cNvPr>
          <p:cNvGrpSpPr/>
          <p:nvPr/>
        </p:nvGrpSpPr>
        <p:grpSpPr>
          <a:xfrm>
            <a:off x="-3042114" y="2470026"/>
            <a:ext cx="2520000" cy="3166331"/>
            <a:chOff x="6413774" y="2470026"/>
            <a:chExt cx="2520000" cy="3166331"/>
          </a:xfrm>
        </p:grpSpPr>
        <p:pic>
          <p:nvPicPr>
            <p:cNvPr id="19" name="入院係">
              <a:extLst>
                <a:ext uri="{FF2B5EF4-FFF2-40B4-BE49-F238E27FC236}">
                  <a16:creationId xmlns:a16="http://schemas.microsoft.com/office/drawing/2014/main" id="{BC21D775-9A33-E57C-ED60-214A0B5F4A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58" t="51866" r="53434" b="4226"/>
            <a:stretch>
              <a:fillRect/>
            </a:stretch>
          </p:blipFill>
          <p:spPr>
            <a:xfrm>
              <a:off x="6413774" y="2470026"/>
              <a:ext cx="2520000" cy="2520000"/>
            </a:xfrm>
            <a:custGeom>
              <a:avLst/>
              <a:gdLst>
                <a:gd name="csX0" fmla="*/ 1505607 w 3011214"/>
                <a:gd name="csY0" fmla="*/ 0 h 3011214"/>
                <a:gd name="csX1" fmla="*/ 3011214 w 3011214"/>
                <a:gd name="csY1" fmla="*/ 1505607 h 3011214"/>
                <a:gd name="csX2" fmla="*/ 1505607 w 3011214"/>
                <a:gd name="csY2" fmla="*/ 3011214 h 3011214"/>
                <a:gd name="csX3" fmla="*/ 0 w 3011214"/>
                <a:gd name="csY3" fmla="*/ 1505607 h 3011214"/>
                <a:gd name="csX4" fmla="*/ 1505607 w 3011214"/>
                <a:gd name="csY4" fmla="*/ 0 h 3011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011214" h="3011214">
                  <a:moveTo>
                    <a:pt x="1505607" y="0"/>
                  </a:moveTo>
                  <a:cubicBezTo>
                    <a:pt x="2337131" y="0"/>
                    <a:pt x="3011214" y="674083"/>
                    <a:pt x="3011214" y="1505607"/>
                  </a:cubicBezTo>
                  <a:cubicBezTo>
                    <a:pt x="3011214" y="2337131"/>
                    <a:pt x="2337131" y="3011214"/>
                    <a:pt x="1505607" y="3011214"/>
                  </a:cubicBezTo>
                  <a:cubicBezTo>
                    <a:pt x="674083" y="3011214"/>
                    <a:pt x="0" y="2337131"/>
                    <a:pt x="0" y="1505607"/>
                  </a:cubicBezTo>
                  <a:cubicBezTo>
                    <a:pt x="0" y="674083"/>
                    <a:pt x="674083" y="0"/>
                    <a:pt x="1505607" y="0"/>
                  </a:cubicBezTo>
                  <a:close/>
                </a:path>
              </a:pathLst>
            </a:custGeom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63C4BDAD-F28C-1376-2367-CC1647DCCE15}"/>
                </a:ext>
              </a:extLst>
            </p:cNvPr>
            <p:cNvSpPr/>
            <p:nvPr/>
          </p:nvSpPr>
          <p:spPr>
            <a:xfrm>
              <a:off x="6888944" y="4990026"/>
              <a:ext cx="1569660" cy="64633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ja-JP" altLang="en-US" sz="3600" dirty="0">
                  <a:ln w="0"/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</a:rPr>
                <a:t>入院係</a:t>
              </a:r>
              <a:endParaRPr lang="ja-JP" altLang="en-US" sz="3600" b="0" cap="none" spc="0" dirty="0">
                <a:ln w="0"/>
                <a:solidFill>
                  <a:schemeClr val="tx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</p:grpSp>
      <p:grpSp>
        <p:nvGrpSpPr>
          <p:cNvPr id="34" name="!!touchoku">
            <a:extLst>
              <a:ext uri="{FF2B5EF4-FFF2-40B4-BE49-F238E27FC236}">
                <a16:creationId xmlns:a16="http://schemas.microsoft.com/office/drawing/2014/main" id="{4708F6A9-4067-A377-512E-0090A40B8E9B}"/>
              </a:ext>
            </a:extLst>
          </p:cNvPr>
          <p:cNvGrpSpPr/>
          <p:nvPr/>
        </p:nvGrpSpPr>
        <p:grpSpPr>
          <a:xfrm>
            <a:off x="-2630443" y="2470026"/>
            <a:ext cx="2520000" cy="3166331"/>
            <a:chOff x="9272250" y="2470026"/>
            <a:chExt cx="2520000" cy="3166331"/>
          </a:xfrm>
        </p:grpSpPr>
        <p:pic>
          <p:nvPicPr>
            <p:cNvPr id="18" name="当直">
              <a:extLst>
                <a:ext uri="{FF2B5EF4-FFF2-40B4-BE49-F238E27FC236}">
                  <a16:creationId xmlns:a16="http://schemas.microsoft.com/office/drawing/2014/main" id="{DF565C8A-1A0D-0EF9-2D2A-B6549C3E85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661" t="51373" r="4430" b="4719"/>
            <a:stretch>
              <a:fillRect/>
            </a:stretch>
          </p:blipFill>
          <p:spPr>
            <a:xfrm>
              <a:off x="9272250" y="2470026"/>
              <a:ext cx="2520000" cy="2520000"/>
            </a:xfrm>
            <a:custGeom>
              <a:avLst/>
              <a:gdLst>
                <a:gd name="csX0" fmla="*/ 1505607 w 3011214"/>
                <a:gd name="csY0" fmla="*/ 0 h 3011214"/>
                <a:gd name="csX1" fmla="*/ 3011214 w 3011214"/>
                <a:gd name="csY1" fmla="*/ 1505607 h 3011214"/>
                <a:gd name="csX2" fmla="*/ 1505607 w 3011214"/>
                <a:gd name="csY2" fmla="*/ 3011214 h 3011214"/>
                <a:gd name="csX3" fmla="*/ 0 w 3011214"/>
                <a:gd name="csY3" fmla="*/ 1505607 h 3011214"/>
                <a:gd name="csX4" fmla="*/ 1505607 w 3011214"/>
                <a:gd name="csY4" fmla="*/ 0 h 3011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011214" h="3011214">
                  <a:moveTo>
                    <a:pt x="1505607" y="0"/>
                  </a:moveTo>
                  <a:cubicBezTo>
                    <a:pt x="2337131" y="0"/>
                    <a:pt x="3011214" y="674083"/>
                    <a:pt x="3011214" y="1505607"/>
                  </a:cubicBezTo>
                  <a:cubicBezTo>
                    <a:pt x="3011214" y="2337131"/>
                    <a:pt x="2337131" y="3011214"/>
                    <a:pt x="1505607" y="3011214"/>
                  </a:cubicBezTo>
                  <a:cubicBezTo>
                    <a:pt x="674083" y="3011214"/>
                    <a:pt x="0" y="2337131"/>
                    <a:pt x="0" y="1505607"/>
                  </a:cubicBezTo>
                  <a:cubicBezTo>
                    <a:pt x="0" y="674083"/>
                    <a:pt x="674083" y="0"/>
                    <a:pt x="1505607" y="0"/>
                  </a:cubicBezTo>
                  <a:close/>
                </a:path>
              </a:pathLst>
            </a:custGeom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D7DF29F1-8EED-0A44-510F-E51B2B1101C9}"/>
                </a:ext>
              </a:extLst>
            </p:cNvPr>
            <p:cNvSpPr/>
            <p:nvPr/>
          </p:nvSpPr>
          <p:spPr>
            <a:xfrm>
              <a:off x="9978252" y="4990026"/>
              <a:ext cx="1107996" cy="64633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ja-JP" altLang="en-US" sz="3600" b="0" cap="none" spc="0" dirty="0">
                  <a:ln w="0"/>
                  <a:solidFill>
                    <a:schemeClr val="tx1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</a:rPr>
                <a:t>当直</a:t>
              </a:r>
            </a:p>
          </p:txBody>
        </p:sp>
      </p:grpSp>
      <p:grpSp>
        <p:nvGrpSpPr>
          <p:cNvPr id="23" name="!!jobrotaion">
            <a:extLst>
              <a:ext uri="{FF2B5EF4-FFF2-40B4-BE49-F238E27FC236}">
                <a16:creationId xmlns:a16="http://schemas.microsoft.com/office/drawing/2014/main" id="{25278FCD-D77E-12BD-8A7B-C04F2DB18E54}"/>
              </a:ext>
            </a:extLst>
          </p:cNvPr>
          <p:cNvGrpSpPr/>
          <p:nvPr/>
        </p:nvGrpSpPr>
        <p:grpSpPr>
          <a:xfrm>
            <a:off x="990275" y="2321005"/>
            <a:ext cx="10211450" cy="2215991"/>
            <a:chOff x="1134628" y="622499"/>
            <a:chExt cx="10211450" cy="2215991"/>
          </a:xfrm>
        </p:grpSpPr>
        <p:sp>
          <p:nvSpPr>
            <p:cNvPr id="22" name="shadow">
              <a:extLst>
                <a:ext uri="{FF2B5EF4-FFF2-40B4-BE49-F238E27FC236}">
                  <a16:creationId xmlns:a16="http://schemas.microsoft.com/office/drawing/2014/main" id="{DF1F4AE8-15CA-B68D-8003-C367952E3C96}"/>
                </a:ext>
              </a:extLst>
            </p:cNvPr>
            <p:cNvSpPr/>
            <p:nvPr/>
          </p:nvSpPr>
          <p:spPr>
            <a:xfrm>
              <a:off x="1134628" y="622499"/>
              <a:ext cx="10211450" cy="2215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ja-JP" sz="13800" b="1" dirty="0">
                  <a:ln w="127000">
                    <a:gradFill>
                      <a:gsLst>
                        <a:gs pos="0">
                          <a:srgbClr val="7BE8E5"/>
                        </a:gs>
                        <a:gs pos="100000">
                          <a:srgbClr val="20A4A4"/>
                        </a:gs>
                      </a:gsLst>
                      <a:lin ang="5400000" scaled="1"/>
                    </a:gradFill>
                  </a:ln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Job </a:t>
              </a:r>
              <a:r>
                <a:rPr lang="en-US" altLang="ja-JP" sz="13800" b="1" dirty="0" err="1">
                  <a:ln w="127000">
                    <a:gradFill>
                      <a:gsLst>
                        <a:gs pos="0">
                          <a:srgbClr val="7BE8E5"/>
                        </a:gs>
                        <a:gs pos="100000">
                          <a:srgbClr val="20A4A4"/>
                        </a:gs>
                      </a:gsLst>
                      <a:lin ang="5400000" scaled="1"/>
                    </a:gradFill>
                  </a:ln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Roation</a:t>
              </a:r>
              <a:endParaRPr lang="ja-JP" altLang="en-US" sz="13800" b="1" dirty="0">
                <a:ln w="127000">
                  <a:gradFill>
                    <a:gsLst>
                      <a:gs pos="0">
                        <a:srgbClr val="7BE8E5"/>
                      </a:gs>
                      <a:gs pos="100000">
                        <a:srgbClr val="20A4A4"/>
                      </a:gs>
                    </a:gsLst>
                    <a:lin ang="5400000" scaled="1"/>
                  </a:gra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C8801620-9276-8AF4-CEDC-533F32ECA551}"/>
                </a:ext>
              </a:extLst>
            </p:cNvPr>
            <p:cNvSpPr/>
            <p:nvPr/>
          </p:nvSpPr>
          <p:spPr>
            <a:xfrm>
              <a:off x="1134628" y="622499"/>
              <a:ext cx="10211450" cy="221599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ja-JP" sz="13800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Job </a:t>
              </a:r>
              <a:r>
                <a:rPr lang="en-US" altLang="ja-JP" sz="13800" b="1" dirty="0" err="1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Roation</a:t>
              </a:r>
              <a:endParaRPr lang="ja-JP" altLang="en-US" sz="13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674335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0"/>
    </mc:Choice>
    <mc:Fallback>
      <p:transition advClick="0" advTm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04FE1D-846A-676A-3B65-854A7302F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!!ijika">
            <a:extLst>
              <a:ext uri="{FF2B5EF4-FFF2-40B4-BE49-F238E27FC236}">
                <a16:creationId xmlns:a16="http://schemas.microsoft.com/office/drawing/2014/main" id="{69E71944-161A-10F1-9EE4-3D782F6C5DF5}"/>
              </a:ext>
            </a:extLst>
          </p:cNvPr>
          <p:cNvGrpSpPr/>
          <p:nvPr/>
        </p:nvGrpSpPr>
        <p:grpSpPr>
          <a:xfrm>
            <a:off x="696822" y="2470026"/>
            <a:ext cx="2520000" cy="3166331"/>
            <a:chOff x="696822" y="2470026"/>
            <a:chExt cx="2520000" cy="3166331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pic>
          <p:nvPicPr>
            <p:cNvPr id="17" name="医事課">
              <a:extLst>
                <a:ext uri="{FF2B5EF4-FFF2-40B4-BE49-F238E27FC236}">
                  <a16:creationId xmlns:a16="http://schemas.microsoft.com/office/drawing/2014/main" id="{DC3C0A85-6A82-68B8-29FE-059870B5B0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58" t="3732" r="53434" b="52359"/>
            <a:stretch>
              <a:fillRect/>
            </a:stretch>
          </p:blipFill>
          <p:spPr>
            <a:xfrm>
              <a:off x="696822" y="2470026"/>
              <a:ext cx="2520000" cy="2520000"/>
            </a:xfrm>
            <a:custGeom>
              <a:avLst/>
              <a:gdLst>
                <a:gd name="csX0" fmla="*/ 1505607 w 3011214"/>
                <a:gd name="csY0" fmla="*/ 0 h 3011214"/>
                <a:gd name="csX1" fmla="*/ 3011214 w 3011214"/>
                <a:gd name="csY1" fmla="*/ 1505607 h 3011214"/>
                <a:gd name="csX2" fmla="*/ 1505607 w 3011214"/>
                <a:gd name="csY2" fmla="*/ 3011214 h 3011214"/>
                <a:gd name="csX3" fmla="*/ 0 w 3011214"/>
                <a:gd name="csY3" fmla="*/ 1505607 h 3011214"/>
                <a:gd name="csX4" fmla="*/ 1505607 w 3011214"/>
                <a:gd name="csY4" fmla="*/ 0 h 3011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011214" h="3011214">
                  <a:moveTo>
                    <a:pt x="1505607" y="0"/>
                  </a:moveTo>
                  <a:cubicBezTo>
                    <a:pt x="2337131" y="0"/>
                    <a:pt x="3011214" y="674083"/>
                    <a:pt x="3011214" y="1505607"/>
                  </a:cubicBezTo>
                  <a:cubicBezTo>
                    <a:pt x="3011214" y="2337131"/>
                    <a:pt x="2337131" y="3011214"/>
                    <a:pt x="1505607" y="3011214"/>
                  </a:cubicBezTo>
                  <a:cubicBezTo>
                    <a:pt x="674083" y="3011214"/>
                    <a:pt x="0" y="2337131"/>
                    <a:pt x="0" y="1505607"/>
                  </a:cubicBezTo>
                  <a:cubicBezTo>
                    <a:pt x="0" y="674083"/>
                    <a:pt x="674083" y="0"/>
                    <a:pt x="1505607" y="0"/>
                  </a:cubicBezTo>
                  <a:close/>
                </a:path>
              </a:pathLst>
            </a:custGeom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48C6DD47-6C93-38BA-F1A4-B2DAF24A9317}"/>
                </a:ext>
              </a:extLst>
            </p:cNvPr>
            <p:cNvSpPr/>
            <p:nvPr/>
          </p:nvSpPr>
          <p:spPr>
            <a:xfrm>
              <a:off x="1171992" y="4990026"/>
              <a:ext cx="1569660" cy="646331"/>
            </a:xfrm>
            <a:prstGeom prst="rect">
              <a:avLst/>
            </a:prstGeom>
            <a:noFill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ja-JP" altLang="en-US" sz="3600" b="0" cap="none" spc="0" dirty="0">
                  <a:ln w="0"/>
                  <a:solidFill>
                    <a:schemeClr val="tx1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</a:rPr>
                <a:t>医事課</a:t>
              </a:r>
            </a:p>
          </p:txBody>
        </p:sp>
      </p:grpSp>
      <p:grpSp>
        <p:nvGrpSpPr>
          <p:cNvPr id="32" name="!!gairai">
            <a:extLst>
              <a:ext uri="{FF2B5EF4-FFF2-40B4-BE49-F238E27FC236}">
                <a16:creationId xmlns:a16="http://schemas.microsoft.com/office/drawing/2014/main" id="{914757E9-C51C-2068-6FE4-8E9BD3B4DF37}"/>
              </a:ext>
            </a:extLst>
          </p:cNvPr>
          <p:cNvGrpSpPr/>
          <p:nvPr/>
        </p:nvGrpSpPr>
        <p:grpSpPr>
          <a:xfrm>
            <a:off x="3555298" y="2470026"/>
            <a:ext cx="2520000" cy="3166331"/>
            <a:chOff x="3555298" y="2470026"/>
            <a:chExt cx="2520000" cy="3166331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pic>
          <p:nvPicPr>
            <p:cNvPr id="16" name="外来">
              <a:extLst>
                <a:ext uri="{FF2B5EF4-FFF2-40B4-BE49-F238E27FC236}">
                  <a16:creationId xmlns:a16="http://schemas.microsoft.com/office/drawing/2014/main" id="{C37D9239-8897-9C0C-977D-ABF44CA300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661" t="3732" r="4430" b="52359"/>
            <a:stretch>
              <a:fillRect/>
            </a:stretch>
          </p:blipFill>
          <p:spPr>
            <a:xfrm>
              <a:off x="3555298" y="2470026"/>
              <a:ext cx="2520000" cy="2520000"/>
            </a:xfrm>
            <a:custGeom>
              <a:avLst/>
              <a:gdLst>
                <a:gd name="csX0" fmla="*/ 1505607 w 3011214"/>
                <a:gd name="csY0" fmla="*/ 0 h 3011214"/>
                <a:gd name="csX1" fmla="*/ 3011214 w 3011214"/>
                <a:gd name="csY1" fmla="*/ 1505607 h 3011214"/>
                <a:gd name="csX2" fmla="*/ 1505607 w 3011214"/>
                <a:gd name="csY2" fmla="*/ 3011214 h 3011214"/>
                <a:gd name="csX3" fmla="*/ 0 w 3011214"/>
                <a:gd name="csY3" fmla="*/ 1505607 h 3011214"/>
                <a:gd name="csX4" fmla="*/ 1505607 w 3011214"/>
                <a:gd name="csY4" fmla="*/ 0 h 3011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011214" h="3011214">
                  <a:moveTo>
                    <a:pt x="1505607" y="0"/>
                  </a:moveTo>
                  <a:cubicBezTo>
                    <a:pt x="2337131" y="0"/>
                    <a:pt x="3011214" y="674083"/>
                    <a:pt x="3011214" y="1505607"/>
                  </a:cubicBezTo>
                  <a:cubicBezTo>
                    <a:pt x="3011214" y="2337131"/>
                    <a:pt x="2337131" y="3011214"/>
                    <a:pt x="1505607" y="3011214"/>
                  </a:cubicBezTo>
                  <a:cubicBezTo>
                    <a:pt x="674083" y="3011214"/>
                    <a:pt x="0" y="2337131"/>
                    <a:pt x="0" y="1505607"/>
                  </a:cubicBezTo>
                  <a:cubicBezTo>
                    <a:pt x="0" y="674083"/>
                    <a:pt x="674083" y="0"/>
                    <a:pt x="1505607" y="0"/>
                  </a:cubicBezTo>
                  <a:close/>
                </a:path>
              </a:pathLst>
            </a:custGeom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58D04EE0-0D8F-60A5-2BC8-6EFFB20156EC}"/>
                </a:ext>
              </a:extLst>
            </p:cNvPr>
            <p:cNvSpPr/>
            <p:nvPr/>
          </p:nvSpPr>
          <p:spPr>
            <a:xfrm>
              <a:off x="4261300" y="4990026"/>
              <a:ext cx="1107996" cy="64633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ja-JP" altLang="en-US" sz="3600" b="0" cap="none" spc="0" dirty="0">
                  <a:ln w="0"/>
                  <a:solidFill>
                    <a:schemeClr val="tx1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</a:rPr>
                <a:t>外来</a:t>
              </a:r>
            </a:p>
          </p:txBody>
        </p:sp>
      </p:grpSp>
      <p:grpSp>
        <p:nvGrpSpPr>
          <p:cNvPr id="33" name="!!nyuuinn">
            <a:extLst>
              <a:ext uri="{FF2B5EF4-FFF2-40B4-BE49-F238E27FC236}">
                <a16:creationId xmlns:a16="http://schemas.microsoft.com/office/drawing/2014/main" id="{E6A4965A-5DBA-600E-249B-6580BA52DA3F}"/>
              </a:ext>
            </a:extLst>
          </p:cNvPr>
          <p:cNvGrpSpPr/>
          <p:nvPr/>
        </p:nvGrpSpPr>
        <p:grpSpPr>
          <a:xfrm>
            <a:off x="6413774" y="2470026"/>
            <a:ext cx="2520000" cy="3166331"/>
            <a:chOff x="6413774" y="2470026"/>
            <a:chExt cx="2520000" cy="3166331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pic>
          <p:nvPicPr>
            <p:cNvPr id="19" name="入院係">
              <a:extLst>
                <a:ext uri="{FF2B5EF4-FFF2-40B4-BE49-F238E27FC236}">
                  <a16:creationId xmlns:a16="http://schemas.microsoft.com/office/drawing/2014/main" id="{5DE34173-A1BF-3AA7-0026-EC5E93A45C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58" t="51866" r="53434" b="4226"/>
            <a:stretch>
              <a:fillRect/>
            </a:stretch>
          </p:blipFill>
          <p:spPr>
            <a:xfrm>
              <a:off x="6413774" y="2470026"/>
              <a:ext cx="2520000" cy="2520000"/>
            </a:xfrm>
            <a:custGeom>
              <a:avLst/>
              <a:gdLst>
                <a:gd name="csX0" fmla="*/ 1505607 w 3011214"/>
                <a:gd name="csY0" fmla="*/ 0 h 3011214"/>
                <a:gd name="csX1" fmla="*/ 3011214 w 3011214"/>
                <a:gd name="csY1" fmla="*/ 1505607 h 3011214"/>
                <a:gd name="csX2" fmla="*/ 1505607 w 3011214"/>
                <a:gd name="csY2" fmla="*/ 3011214 h 3011214"/>
                <a:gd name="csX3" fmla="*/ 0 w 3011214"/>
                <a:gd name="csY3" fmla="*/ 1505607 h 3011214"/>
                <a:gd name="csX4" fmla="*/ 1505607 w 3011214"/>
                <a:gd name="csY4" fmla="*/ 0 h 3011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011214" h="3011214">
                  <a:moveTo>
                    <a:pt x="1505607" y="0"/>
                  </a:moveTo>
                  <a:cubicBezTo>
                    <a:pt x="2337131" y="0"/>
                    <a:pt x="3011214" y="674083"/>
                    <a:pt x="3011214" y="1505607"/>
                  </a:cubicBezTo>
                  <a:cubicBezTo>
                    <a:pt x="3011214" y="2337131"/>
                    <a:pt x="2337131" y="3011214"/>
                    <a:pt x="1505607" y="3011214"/>
                  </a:cubicBezTo>
                  <a:cubicBezTo>
                    <a:pt x="674083" y="3011214"/>
                    <a:pt x="0" y="2337131"/>
                    <a:pt x="0" y="1505607"/>
                  </a:cubicBezTo>
                  <a:cubicBezTo>
                    <a:pt x="0" y="674083"/>
                    <a:pt x="674083" y="0"/>
                    <a:pt x="1505607" y="0"/>
                  </a:cubicBezTo>
                  <a:close/>
                </a:path>
              </a:pathLst>
            </a:custGeom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99030A52-9425-2699-0FD5-37F47C33B24E}"/>
                </a:ext>
              </a:extLst>
            </p:cNvPr>
            <p:cNvSpPr/>
            <p:nvPr/>
          </p:nvSpPr>
          <p:spPr>
            <a:xfrm>
              <a:off x="6888944" y="4990026"/>
              <a:ext cx="1569660" cy="64633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ja-JP" altLang="en-US" sz="3600" dirty="0">
                  <a:ln w="0"/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</a:rPr>
                <a:t>入院係</a:t>
              </a:r>
              <a:endParaRPr lang="ja-JP" altLang="en-US" sz="3600" b="0" cap="none" spc="0" dirty="0">
                <a:ln w="0"/>
                <a:solidFill>
                  <a:schemeClr val="tx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</p:grpSp>
      <p:grpSp>
        <p:nvGrpSpPr>
          <p:cNvPr id="34" name="!!touchoku">
            <a:extLst>
              <a:ext uri="{FF2B5EF4-FFF2-40B4-BE49-F238E27FC236}">
                <a16:creationId xmlns:a16="http://schemas.microsoft.com/office/drawing/2014/main" id="{71B541F9-4D02-200E-CAD6-63F7DF385D1C}"/>
              </a:ext>
            </a:extLst>
          </p:cNvPr>
          <p:cNvGrpSpPr/>
          <p:nvPr/>
        </p:nvGrpSpPr>
        <p:grpSpPr>
          <a:xfrm>
            <a:off x="9272250" y="2470026"/>
            <a:ext cx="2520000" cy="3166331"/>
            <a:chOff x="9272250" y="2470026"/>
            <a:chExt cx="2520000" cy="3166331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pic>
          <p:nvPicPr>
            <p:cNvPr id="18" name="当直">
              <a:extLst>
                <a:ext uri="{FF2B5EF4-FFF2-40B4-BE49-F238E27FC236}">
                  <a16:creationId xmlns:a16="http://schemas.microsoft.com/office/drawing/2014/main" id="{FB61627B-936C-F070-9E09-F6B4C74BC8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661" t="51373" r="4430" b="4719"/>
            <a:stretch>
              <a:fillRect/>
            </a:stretch>
          </p:blipFill>
          <p:spPr>
            <a:xfrm>
              <a:off x="9272250" y="2470026"/>
              <a:ext cx="2520000" cy="2520000"/>
            </a:xfrm>
            <a:custGeom>
              <a:avLst/>
              <a:gdLst>
                <a:gd name="csX0" fmla="*/ 1505607 w 3011214"/>
                <a:gd name="csY0" fmla="*/ 0 h 3011214"/>
                <a:gd name="csX1" fmla="*/ 3011214 w 3011214"/>
                <a:gd name="csY1" fmla="*/ 1505607 h 3011214"/>
                <a:gd name="csX2" fmla="*/ 1505607 w 3011214"/>
                <a:gd name="csY2" fmla="*/ 3011214 h 3011214"/>
                <a:gd name="csX3" fmla="*/ 0 w 3011214"/>
                <a:gd name="csY3" fmla="*/ 1505607 h 3011214"/>
                <a:gd name="csX4" fmla="*/ 1505607 w 3011214"/>
                <a:gd name="csY4" fmla="*/ 0 h 30112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011214" h="3011214">
                  <a:moveTo>
                    <a:pt x="1505607" y="0"/>
                  </a:moveTo>
                  <a:cubicBezTo>
                    <a:pt x="2337131" y="0"/>
                    <a:pt x="3011214" y="674083"/>
                    <a:pt x="3011214" y="1505607"/>
                  </a:cubicBezTo>
                  <a:cubicBezTo>
                    <a:pt x="3011214" y="2337131"/>
                    <a:pt x="2337131" y="3011214"/>
                    <a:pt x="1505607" y="3011214"/>
                  </a:cubicBezTo>
                  <a:cubicBezTo>
                    <a:pt x="674083" y="3011214"/>
                    <a:pt x="0" y="2337131"/>
                    <a:pt x="0" y="1505607"/>
                  </a:cubicBezTo>
                  <a:cubicBezTo>
                    <a:pt x="0" y="674083"/>
                    <a:pt x="674083" y="0"/>
                    <a:pt x="1505607" y="0"/>
                  </a:cubicBezTo>
                  <a:close/>
                </a:path>
              </a:pathLst>
            </a:custGeom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68BB0871-7E69-9A89-74E8-B7B7F8C0396C}"/>
                </a:ext>
              </a:extLst>
            </p:cNvPr>
            <p:cNvSpPr/>
            <p:nvPr/>
          </p:nvSpPr>
          <p:spPr>
            <a:xfrm>
              <a:off x="9978252" y="4990026"/>
              <a:ext cx="1107996" cy="64633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ja-JP" altLang="en-US" sz="3600" b="0" cap="none" spc="0" dirty="0">
                  <a:ln w="0"/>
                  <a:solidFill>
                    <a:schemeClr val="tx1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</a:rPr>
                <a:t>当直</a:t>
              </a:r>
            </a:p>
          </p:txBody>
        </p:sp>
      </p:grpSp>
      <p:grpSp>
        <p:nvGrpSpPr>
          <p:cNvPr id="23" name="!!jobrotaion">
            <a:extLst>
              <a:ext uri="{FF2B5EF4-FFF2-40B4-BE49-F238E27FC236}">
                <a16:creationId xmlns:a16="http://schemas.microsoft.com/office/drawing/2014/main" id="{5FBD2F5D-D831-60BE-8AB5-9203A3908EE2}"/>
              </a:ext>
            </a:extLst>
          </p:cNvPr>
          <p:cNvGrpSpPr/>
          <p:nvPr/>
        </p:nvGrpSpPr>
        <p:grpSpPr>
          <a:xfrm>
            <a:off x="2659885" y="622499"/>
            <a:ext cx="7160935" cy="1569660"/>
            <a:chOff x="2659885" y="622499"/>
            <a:chExt cx="7160935" cy="1569660"/>
          </a:xfrm>
        </p:grpSpPr>
        <p:sp>
          <p:nvSpPr>
            <p:cNvPr id="22" name="shadow">
              <a:extLst>
                <a:ext uri="{FF2B5EF4-FFF2-40B4-BE49-F238E27FC236}">
                  <a16:creationId xmlns:a16="http://schemas.microsoft.com/office/drawing/2014/main" id="{52594190-DA27-074B-BB51-7331427FF1B8}"/>
                </a:ext>
              </a:extLst>
            </p:cNvPr>
            <p:cNvSpPr/>
            <p:nvPr/>
          </p:nvSpPr>
          <p:spPr>
            <a:xfrm>
              <a:off x="2659885" y="622499"/>
              <a:ext cx="7160935" cy="15696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ja-JP" sz="9600" b="1" dirty="0">
                  <a:ln w="127000">
                    <a:gradFill>
                      <a:gsLst>
                        <a:gs pos="0">
                          <a:srgbClr val="7BE8E5"/>
                        </a:gs>
                        <a:gs pos="100000">
                          <a:srgbClr val="20A4A4"/>
                        </a:gs>
                      </a:gsLst>
                      <a:lin ang="5400000" scaled="1"/>
                    </a:gradFill>
                  </a:ln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Job </a:t>
              </a:r>
              <a:r>
                <a:rPr lang="en-US" altLang="ja-JP" sz="9600" b="1" dirty="0" err="1">
                  <a:ln w="127000">
                    <a:gradFill>
                      <a:gsLst>
                        <a:gs pos="0">
                          <a:srgbClr val="7BE8E5"/>
                        </a:gs>
                        <a:gs pos="100000">
                          <a:srgbClr val="20A4A4"/>
                        </a:gs>
                      </a:gsLst>
                      <a:lin ang="5400000" scaled="1"/>
                    </a:gradFill>
                  </a:ln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Roation</a:t>
              </a:r>
              <a:endParaRPr lang="ja-JP" altLang="en-US" sz="9600" b="1" dirty="0">
                <a:ln w="127000">
                  <a:gradFill>
                    <a:gsLst>
                      <a:gs pos="0">
                        <a:srgbClr val="7BE8E5"/>
                      </a:gs>
                      <a:gs pos="100000">
                        <a:srgbClr val="20A4A4"/>
                      </a:gs>
                    </a:gsLst>
                    <a:lin ang="5400000" scaled="1"/>
                  </a:gra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FE9C6806-3F14-3CC4-F9AC-311F34300265}"/>
                </a:ext>
              </a:extLst>
            </p:cNvPr>
            <p:cNvSpPr/>
            <p:nvPr/>
          </p:nvSpPr>
          <p:spPr>
            <a:xfrm>
              <a:off x="2659885" y="622499"/>
              <a:ext cx="7160935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ja-JP" sz="9600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Job </a:t>
              </a:r>
              <a:r>
                <a:rPr lang="en-US" altLang="ja-JP" sz="9600" b="1" dirty="0" err="1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Roation</a:t>
              </a:r>
              <a:endParaRPr lang="ja-JP" altLang="en-US" sz="96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44032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moji1">
            <a:extLst>
              <a:ext uri="{FF2B5EF4-FFF2-40B4-BE49-F238E27FC236}">
                <a16:creationId xmlns:a16="http://schemas.microsoft.com/office/drawing/2014/main" id="{9AA25A29-50BE-86B9-3592-A5D579D8A095}"/>
              </a:ext>
            </a:extLst>
          </p:cNvPr>
          <p:cNvGrpSpPr/>
          <p:nvPr/>
        </p:nvGrpSpPr>
        <p:grpSpPr>
          <a:xfrm>
            <a:off x="484138" y="582450"/>
            <a:ext cx="2231270" cy="2403432"/>
            <a:chOff x="792139" y="2568324"/>
            <a:chExt cx="2231270" cy="2403432"/>
          </a:xfrm>
        </p:grpSpPr>
        <p:sp>
          <p:nvSpPr>
            <p:cNvPr id="6" name="moji1b">
              <a:extLst>
                <a:ext uri="{FF2B5EF4-FFF2-40B4-BE49-F238E27FC236}">
                  <a16:creationId xmlns:a16="http://schemas.microsoft.com/office/drawing/2014/main" id="{68AC0E2E-EB29-13F3-D62E-B8C47FBC9322}"/>
                </a:ext>
              </a:extLst>
            </p:cNvPr>
            <p:cNvSpPr/>
            <p:nvPr/>
          </p:nvSpPr>
          <p:spPr>
            <a:xfrm>
              <a:off x="794914" y="2571099"/>
              <a:ext cx="2228495" cy="24006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ja-JP" altLang="en-US" sz="15000" b="1" cap="none" spc="0" dirty="0">
                  <a:ln w="127000">
                    <a:solidFill>
                      <a:srgbClr val="20A4A4"/>
                    </a:solidFill>
                  </a:ln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 P浪漫明朝体U04" panose="02020A00000000000000" pitchFamily="18" charset="-128"/>
                  <a:ea typeface="AR P浪漫明朝体U04" panose="02020A00000000000000" pitchFamily="18" charset="-128"/>
                </a:rPr>
                <a:t>チ</a:t>
              </a:r>
            </a:p>
          </p:txBody>
        </p:sp>
        <p:sp>
          <p:nvSpPr>
            <p:cNvPr id="4" name="moji1a">
              <a:extLst>
                <a:ext uri="{FF2B5EF4-FFF2-40B4-BE49-F238E27FC236}">
                  <a16:creationId xmlns:a16="http://schemas.microsoft.com/office/drawing/2014/main" id="{355C7D1E-15D1-275F-9C37-60A76F84665C}"/>
                </a:ext>
              </a:extLst>
            </p:cNvPr>
            <p:cNvSpPr/>
            <p:nvPr/>
          </p:nvSpPr>
          <p:spPr>
            <a:xfrm>
              <a:off x="792139" y="2568324"/>
              <a:ext cx="2228495" cy="240065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ja-JP" altLang="en-US" sz="15000" b="1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 P浪漫明朝体U04" panose="02020A00000000000000" pitchFamily="18" charset="-128"/>
                  <a:ea typeface="AR P浪漫明朝体U04" panose="02020A00000000000000" pitchFamily="18" charset="-128"/>
                </a:rPr>
                <a:t>チ</a:t>
              </a:r>
            </a:p>
          </p:txBody>
        </p:sp>
      </p:grpSp>
      <p:grpSp>
        <p:nvGrpSpPr>
          <p:cNvPr id="8" name="moji2">
            <a:extLst>
              <a:ext uri="{FF2B5EF4-FFF2-40B4-BE49-F238E27FC236}">
                <a16:creationId xmlns:a16="http://schemas.microsoft.com/office/drawing/2014/main" id="{C44C2AB8-698B-8925-92CF-1D5B97DE2AD8}"/>
              </a:ext>
            </a:extLst>
          </p:cNvPr>
          <p:cNvGrpSpPr/>
          <p:nvPr/>
        </p:nvGrpSpPr>
        <p:grpSpPr>
          <a:xfrm>
            <a:off x="2388408" y="582450"/>
            <a:ext cx="2111044" cy="2403432"/>
            <a:chOff x="852252" y="2568324"/>
            <a:chExt cx="2111044" cy="2403432"/>
          </a:xfrm>
        </p:grpSpPr>
        <p:sp>
          <p:nvSpPr>
            <p:cNvPr id="9" name="moji2b">
              <a:extLst>
                <a:ext uri="{FF2B5EF4-FFF2-40B4-BE49-F238E27FC236}">
                  <a16:creationId xmlns:a16="http://schemas.microsoft.com/office/drawing/2014/main" id="{738AED19-0287-72A1-3640-46CD414E7F2B}"/>
                </a:ext>
              </a:extLst>
            </p:cNvPr>
            <p:cNvSpPr/>
            <p:nvPr/>
          </p:nvSpPr>
          <p:spPr>
            <a:xfrm>
              <a:off x="855027" y="2571099"/>
              <a:ext cx="2108269" cy="24006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ja-JP" altLang="en-US" sz="15000" b="1" cap="none" spc="0" dirty="0">
                  <a:ln w="127000">
                    <a:solidFill>
                      <a:srgbClr val="20A4A4"/>
                    </a:solidFill>
                  </a:ln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 P浪漫明朝体U04" panose="02020A00000000000000" pitchFamily="18" charset="-128"/>
                  <a:ea typeface="AR P浪漫明朝体U04" panose="02020A00000000000000" pitchFamily="18" charset="-128"/>
                </a:rPr>
                <a:t>ー</a:t>
              </a:r>
            </a:p>
          </p:txBody>
        </p:sp>
        <p:sp>
          <p:nvSpPr>
            <p:cNvPr id="10" name="moji2a">
              <a:extLst>
                <a:ext uri="{FF2B5EF4-FFF2-40B4-BE49-F238E27FC236}">
                  <a16:creationId xmlns:a16="http://schemas.microsoft.com/office/drawing/2014/main" id="{2BD138C1-6BE8-D5DC-2375-324B503E50AD}"/>
                </a:ext>
              </a:extLst>
            </p:cNvPr>
            <p:cNvSpPr/>
            <p:nvPr/>
          </p:nvSpPr>
          <p:spPr>
            <a:xfrm>
              <a:off x="852252" y="2568324"/>
              <a:ext cx="2108270" cy="240065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ja-JP" altLang="en-US" sz="15000" b="1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 P浪漫明朝体U04" panose="02020A00000000000000" pitchFamily="18" charset="-128"/>
                  <a:ea typeface="AR P浪漫明朝体U04" panose="02020A00000000000000" pitchFamily="18" charset="-128"/>
                </a:rPr>
                <a:t>ー</a:t>
              </a:r>
            </a:p>
          </p:txBody>
        </p:sp>
      </p:grpSp>
      <p:grpSp>
        <p:nvGrpSpPr>
          <p:cNvPr id="11" name="moji3">
            <a:extLst>
              <a:ext uri="{FF2B5EF4-FFF2-40B4-BE49-F238E27FC236}">
                <a16:creationId xmlns:a16="http://schemas.microsoft.com/office/drawing/2014/main" id="{A343B8F1-54A7-E16C-6994-3DF7A206C253}"/>
              </a:ext>
            </a:extLst>
          </p:cNvPr>
          <p:cNvGrpSpPr/>
          <p:nvPr/>
        </p:nvGrpSpPr>
        <p:grpSpPr>
          <a:xfrm>
            <a:off x="4217337" y="582450"/>
            <a:ext cx="2141501" cy="2403432"/>
            <a:chOff x="837024" y="2568324"/>
            <a:chExt cx="2141501" cy="2403432"/>
          </a:xfrm>
        </p:grpSpPr>
        <p:sp>
          <p:nvSpPr>
            <p:cNvPr id="12" name="moji3b">
              <a:extLst>
                <a:ext uri="{FF2B5EF4-FFF2-40B4-BE49-F238E27FC236}">
                  <a16:creationId xmlns:a16="http://schemas.microsoft.com/office/drawing/2014/main" id="{3F650579-7397-4099-269E-F58B3EBE827E}"/>
                </a:ext>
              </a:extLst>
            </p:cNvPr>
            <p:cNvSpPr/>
            <p:nvPr/>
          </p:nvSpPr>
          <p:spPr>
            <a:xfrm>
              <a:off x="839798" y="2571099"/>
              <a:ext cx="2138727" cy="24006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ja-JP" altLang="en-US" sz="15000" b="1" cap="none" spc="0" dirty="0">
                  <a:ln w="127000">
                    <a:solidFill>
                      <a:srgbClr val="20A4A4"/>
                    </a:solidFill>
                  </a:ln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 P浪漫明朝体U04" panose="02020A00000000000000" pitchFamily="18" charset="-128"/>
                  <a:ea typeface="AR P浪漫明朝体U04" panose="02020A00000000000000" pitchFamily="18" charset="-128"/>
                </a:rPr>
                <a:t>ム</a:t>
              </a:r>
            </a:p>
          </p:txBody>
        </p:sp>
        <p:sp>
          <p:nvSpPr>
            <p:cNvPr id="13" name="moji3a">
              <a:extLst>
                <a:ext uri="{FF2B5EF4-FFF2-40B4-BE49-F238E27FC236}">
                  <a16:creationId xmlns:a16="http://schemas.microsoft.com/office/drawing/2014/main" id="{ED720126-7CB1-2200-B78B-A531E99AEE07}"/>
                </a:ext>
              </a:extLst>
            </p:cNvPr>
            <p:cNvSpPr/>
            <p:nvPr/>
          </p:nvSpPr>
          <p:spPr>
            <a:xfrm>
              <a:off x="837024" y="2568324"/>
              <a:ext cx="2138727" cy="240065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ja-JP" altLang="en-US" sz="15000" b="1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 P浪漫明朝体U04" panose="02020A00000000000000" pitchFamily="18" charset="-128"/>
                  <a:ea typeface="AR P浪漫明朝体U04" panose="02020A00000000000000" pitchFamily="18" charset="-128"/>
                </a:rPr>
                <a:t>ム</a:t>
              </a:r>
            </a:p>
          </p:txBody>
        </p:sp>
      </p:grpSp>
      <p:grpSp>
        <p:nvGrpSpPr>
          <p:cNvPr id="14" name="moji4">
            <a:extLst>
              <a:ext uri="{FF2B5EF4-FFF2-40B4-BE49-F238E27FC236}">
                <a16:creationId xmlns:a16="http://schemas.microsoft.com/office/drawing/2014/main" id="{C5EBC1C4-1806-6B02-9AEA-44A7359EF63F}"/>
              </a:ext>
            </a:extLst>
          </p:cNvPr>
          <p:cNvGrpSpPr/>
          <p:nvPr/>
        </p:nvGrpSpPr>
        <p:grpSpPr>
          <a:xfrm>
            <a:off x="5228853" y="2451476"/>
            <a:ext cx="1726324" cy="1941767"/>
            <a:chOff x="1044612" y="2568324"/>
            <a:chExt cx="1726324" cy="1941767"/>
          </a:xfrm>
        </p:grpSpPr>
        <p:sp>
          <p:nvSpPr>
            <p:cNvPr id="15" name="moji4b">
              <a:extLst>
                <a:ext uri="{FF2B5EF4-FFF2-40B4-BE49-F238E27FC236}">
                  <a16:creationId xmlns:a16="http://schemas.microsoft.com/office/drawing/2014/main" id="{B171592D-14FF-CD20-E233-E26CA9131560}"/>
                </a:ext>
              </a:extLst>
            </p:cNvPr>
            <p:cNvSpPr/>
            <p:nvPr/>
          </p:nvSpPr>
          <p:spPr>
            <a:xfrm>
              <a:off x="1047387" y="2571099"/>
              <a:ext cx="1723549" cy="19389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ja-JP" altLang="en-US" sz="12000" b="1" cap="none" spc="0" dirty="0">
                  <a:ln w="127000">
                    <a:solidFill>
                      <a:srgbClr val="20A4A4"/>
                    </a:solidFill>
                  </a:ln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 P浪漫明朝体U04" panose="02020A00000000000000" pitchFamily="18" charset="-128"/>
                  <a:ea typeface="AR P浪漫明朝体U04" panose="02020A00000000000000" pitchFamily="18" charset="-128"/>
                </a:rPr>
                <a:t>★</a:t>
              </a:r>
            </a:p>
          </p:txBody>
        </p:sp>
        <p:sp>
          <p:nvSpPr>
            <p:cNvPr id="16" name="moji4a">
              <a:extLst>
                <a:ext uri="{FF2B5EF4-FFF2-40B4-BE49-F238E27FC236}">
                  <a16:creationId xmlns:a16="http://schemas.microsoft.com/office/drawing/2014/main" id="{F82E28F5-84A8-B5A9-D73D-6FD947AF5DE1}"/>
                </a:ext>
              </a:extLst>
            </p:cNvPr>
            <p:cNvSpPr/>
            <p:nvPr/>
          </p:nvSpPr>
          <p:spPr>
            <a:xfrm>
              <a:off x="1044612" y="2568324"/>
              <a:ext cx="1723549" cy="193899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ja-JP" altLang="en-US" sz="12000" b="1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 P浪漫明朝体U04" panose="02020A00000000000000" pitchFamily="18" charset="-128"/>
                  <a:ea typeface="AR P浪漫明朝体U04" panose="02020A00000000000000" pitchFamily="18" charset="-128"/>
                </a:rPr>
                <a:t>★</a:t>
              </a:r>
            </a:p>
          </p:txBody>
        </p:sp>
      </p:grpSp>
      <p:grpSp>
        <p:nvGrpSpPr>
          <p:cNvPr id="17" name="moji5">
            <a:extLst>
              <a:ext uri="{FF2B5EF4-FFF2-40B4-BE49-F238E27FC236}">
                <a16:creationId xmlns:a16="http://schemas.microsoft.com/office/drawing/2014/main" id="{1F10F41D-5063-5170-52B0-045A9B45A7F9}"/>
              </a:ext>
            </a:extLst>
          </p:cNvPr>
          <p:cNvGrpSpPr/>
          <p:nvPr/>
        </p:nvGrpSpPr>
        <p:grpSpPr>
          <a:xfrm>
            <a:off x="3413657" y="4040818"/>
            <a:ext cx="2111044" cy="2403432"/>
            <a:chOff x="852252" y="2568324"/>
            <a:chExt cx="2111044" cy="2403432"/>
          </a:xfrm>
        </p:grpSpPr>
        <p:sp>
          <p:nvSpPr>
            <p:cNvPr id="18" name="moji1b">
              <a:extLst>
                <a:ext uri="{FF2B5EF4-FFF2-40B4-BE49-F238E27FC236}">
                  <a16:creationId xmlns:a16="http://schemas.microsoft.com/office/drawing/2014/main" id="{FFA77B06-D3C6-2DD9-EC54-7F6ECD3AE567}"/>
                </a:ext>
              </a:extLst>
            </p:cNvPr>
            <p:cNvSpPr/>
            <p:nvPr/>
          </p:nvSpPr>
          <p:spPr>
            <a:xfrm>
              <a:off x="855027" y="2571099"/>
              <a:ext cx="2108269" cy="24006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ja-JP" altLang="en-US" sz="15000" b="1" cap="none" spc="0" dirty="0">
                  <a:ln w="127000">
                    <a:solidFill>
                      <a:srgbClr val="20A4A4"/>
                    </a:solidFill>
                  </a:ln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 P浪漫明朝体U04" panose="02020A00000000000000" pitchFamily="18" charset="-128"/>
                  <a:ea typeface="AR P浪漫明朝体U04" panose="02020A00000000000000" pitchFamily="18" charset="-128"/>
                </a:rPr>
                <a:t>タ</a:t>
              </a:r>
            </a:p>
          </p:txBody>
        </p:sp>
        <p:sp>
          <p:nvSpPr>
            <p:cNvPr id="19" name="moji1a">
              <a:extLst>
                <a:ext uri="{FF2B5EF4-FFF2-40B4-BE49-F238E27FC236}">
                  <a16:creationId xmlns:a16="http://schemas.microsoft.com/office/drawing/2014/main" id="{527DC50A-570E-796D-0ECB-7F34AE47AD19}"/>
                </a:ext>
              </a:extLst>
            </p:cNvPr>
            <p:cNvSpPr/>
            <p:nvPr/>
          </p:nvSpPr>
          <p:spPr>
            <a:xfrm>
              <a:off x="852252" y="2568324"/>
              <a:ext cx="2108270" cy="240065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ja-JP" altLang="en-US" sz="15000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 P浪漫明朝体U04" panose="02020A00000000000000" pitchFamily="18" charset="-128"/>
                  <a:ea typeface="AR P浪漫明朝体U04" panose="02020A00000000000000" pitchFamily="18" charset="-128"/>
                </a:rPr>
                <a:t>タ</a:t>
              </a:r>
              <a:endParaRPr lang="ja-JP" altLang="en-US" sz="150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 P浪漫明朝体U04" panose="02020A00000000000000" pitchFamily="18" charset="-128"/>
                <a:ea typeface="AR P浪漫明朝体U04" panose="02020A00000000000000" pitchFamily="18" charset="-128"/>
              </a:endParaRPr>
            </a:p>
          </p:txBody>
        </p:sp>
      </p:grpSp>
      <p:grpSp>
        <p:nvGrpSpPr>
          <p:cNvPr id="20" name="moji1">
            <a:extLst>
              <a:ext uri="{FF2B5EF4-FFF2-40B4-BE49-F238E27FC236}">
                <a16:creationId xmlns:a16="http://schemas.microsoft.com/office/drawing/2014/main" id="{67B08A11-F87A-BE0B-EA0B-96A35E816E64}"/>
              </a:ext>
            </a:extLst>
          </p:cNvPr>
          <p:cNvGrpSpPr/>
          <p:nvPr/>
        </p:nvGrpSpPr>
        <p:grpSpPr>
          <a:xfrm>
            <a:off x="5190168" y="4040818"/>
            <a:ext cx="1901050" cy="2403432"/>
            <a:chOff x="957249" y="2568324"/>
            <a:chExt cx="1901050" cy="2403432"/>
          </a:xfrm>
        </p:grpSpPr>
        <p:sp>
          <p:nvSpPr>
            <p:cNvPr id="21" name="moji1b">
              <a:extLst>
                <a:ext uri="{FF2B5EF4-FFF2-40B4-BE49-F238E27FC236}">
                  <a16:creationId xmlns:a16="http://schemas.microsoft.com/office/drawing/2014/main" id="{9A3D0FAD-5043-1A3D-CFDA-DCD56AEB0546}"/>
                </a:ext>
              </a:extLst>
            </p:cNvPr>
            <p:cNvSpPr/>
            <p:nvPr/>
          </p:nvSpPr>
          <p:spPr>
            <a:xfrm>
              <a:off x="960023" y="2571099"/>
              <a:ext cx="1898276" cy="24006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ja-JP" altLang="en-US" sz="15000" b="1" cap="none" spc="0" dirty="0">
                  <a:ln w="127000">
                    <a:solidFill>
                      <a:srgbClr val="20A4A4"/>
                    </a:solidFill>
                  </a:ln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 P浪漫明朝体U04" panose="02020A00000000000000" pitchFamily="18" charset="-128"/>
                  <a:ea typeface="AR P浪漫明朝体U04" panose="02020A00000000000000" pitchFamily="18" charset="-128"/>
                </a:rPr>
                <a:t>イ</a:t>
              </a:r>
            </a:p>
          </p:txBody>
        </p:sp>
        <p:sp>
          <p:nvSpPr>
            <p:cNvPr id="22" name="moji1a">
              <a:extLst>
                <a:ext uri="{FF2B5EF4-FFF2-40B4-BE49-F238E27FC236}">
                  <a16:creationId xmlns:a16="http://schemas.microsoft.com/office/drawing/2014/main" id="{52001A5C-6A0B-AD14-28D7-6A17BE3F84D9}"/>
                </a:ext>
              </a:extLst>
            </p:cNvPr>
            <p:cNvSpPr/>
            <p:nvPr/>
          </p:nvSpPr>
          <p:spPr>
            <a:xfrm>
              <a:off x="957249" y="2568324"/>
              <a:ext cx="1898276" cy="240065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ja-JP" altLang="en-US" sz="15000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 P浪漫明朝体U04" panose="02020A00000000000000" pitchFamily="18" charset="-128"/>
                  <a:ea typeface="AR P浪漫明朝体U04" panose="02020A00000000000000" pitchFamily="18" charset="-128"/>
                </a:rPr>
                <a:t>イ</a:t>
              </a:r>
              <a:endParaRPr lang="ja-JP" altLang="en-US" sz="150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 P浪漫明朝体U04" panose="02020A00000000000000" pitchFamily="18" charset="-128"/>
                <a:ea typeface="AR P浪漫明朝体U04" panose="02020A00000000000000" pitchFamily="18" charset="-128"/>
              </a:endParaRPr>
            </a:p>
          </p:txBody>
        </p:sp>
      </p:grpSp>
      <p:grpSp>
        <p:nvGrpSpPr>
          <p:cNvPr id="23" name="moji1">
            <a:extLst>
              <a:ext uri="{FF2B5EF4-FFF2-40B4-BE49-F238E27FC236}">
                <a16:creationId xmlns:a16="http://schemas.microsoft.com/office/drawing/2014/main" id="{048E6ADD-128E-9C52-4910-50757542F268}"/>
              </a:ext>
            </a:extLst>
          </p:cNvPr>
          <p:cNvGrpSpPr/>
          <p:nvPr/>
        </p:nvGrpSpPr>
        <p:grpSpPr>
          <a:xfrm>
            <a:off x="6741457" y="4040818"/>
            <a:ext cx="2141502" cy="2403432"/>
            <a:chOff x="837024" y="2568324"/>
            <a:chExt cx="2141502" cy="2403432"/>
          </a:xfrm>
        </p:grpSpPr>
        <p:sp>
          <p:nvSpPr>
            <p:cNvPr id="24" name="moji1b">
              <a:extLst>
                <a:ext uri="{FF2B5EF4-FFF2-40B4-BE49-F238E27FC236}">
                  <a16:creationId xmlns:a16="http://schemas.microsoft.com/office/drawing/2014/main" id="{A5B4A19B-3924-D0BC-1658-EF9A966BFD6A}"/>
                </a:ext>
              </a:extLst>
            </p:cNvPr>
            <p:cNvSpPr/>
            <p:nvPr/>
          </p:nvSpPr>
          <p:spPr>
            <a:xfrm>
              <a:off x="839799" y="2571099"/>
              <a:ext cx="2138727" cy="24006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ja-JP" altLang="en-US" sz="15000" b="1" dirty="0">
                  <a:ln w="127000">
                    <a:solidFill>
                      <a:srgbClr val="20A4A4"/>
                    </a:solidFill>
                  </a:ln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 P浪漫明朝体U04" panose="02020A00000000000000" pitchFamily="18" charset="-128"/>
                  <a:ea typeface="AR P浪漫明朝体U04" panose="02020A00000000000000" pitchFamily="18" charset="-128"/>
                </a:rPr>
                <a:t>ム</a:t>
              </a:r>
              <a:endParaRPr lang="ja-JP" altLang="en-US" sz="15000" b="1" cap="none" spc="0" dirty="0">
                <a:ln w="127000">
                  <a:solidFill>
                    <a:srgbClr val="20A4A4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 P浪漫明朝体U04" panose="02020A00000000000000" pitchFamily="18" charset="-128"/>
                <a:ea typeface="AR P浪漫明朝体U04" panose="02020A00000000000000" pitchFamily="18" charset="-128"/>
              </a:endParaRPr>
            </a:p>
          </p:txBody>
        </p:sp>
        <p:sp>
          <p:nvSpPr>
            <p:cNvPr id="25" name="moji1a">
              <a:extLst>
                <a:ext uri="{FF2B5EF4-FFF2-40B4-BE49-F238E27FC236}">
                  <a16:creationId xmlns:a16="http://schemas.microsoft.com/office/drawing/2014/main" id="{81372BF1-F1EF-1254-97C8-FC7CC0268FC5}"/>
                </a:ext>
              </a:extLst>
            </p:cNvPr>
            <p:cNvSpPr/>
            <p:nvPr/>
          </p:nvSpPr>
          <p:spPr>
            <a:xfrm>
              <a:off x="837024" y="2568324"/>
              <a:ext cx="2138727" cy="240065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ja-JP" altLang="en-US" sz="15000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 P浪漫明朝体U04" panose="02020A00000000000000" pitchFamily="18" charset="-128"/>
                  <a:ea typeface="AR P浪漫明朝体U04" panose="02020A00000000000000" pitchFamily="18" charset="-128"/>
                </a:rPr>
                <a:t>ム</a:t>
              </a:r>
              <a:endParaRPr lang="ja-JP" altLang="en-US" sz="150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 P浪漫明朝体U04" panose="02020A00000000000000" pitchFamily="18" charset="-128"/>
                <a:ea typeface="AR P浪漫明朝体U04" panose="02020A00000000000000" pitchFamily="18" charset="-128"/>
              </a:endParaRPr>
            </a:p>
          </p:txBody>
        </p:sp>
      </p:grpSp>
      <p:grpSp>
        <p:nvGrpSpPr>
          <p:cNvPr id="26" name="moji1">
            <a:extLst>
              <a:ext uri="{FF2B5EF4-FFF2-40B4-BE49-F238E27FC236}">
                <a16:creationId xmlns:a16="http://schemas.microsoft.com/office/drawing/2014/main" id="{04F9D1B9-8F9C-5D4D-E1C9-20645DA0B8FA}"/>
              </a:ext>
            </a:extLst>
          </p:cNvPr>
          <p:cNvGrpSpPr/>
          <p:nvPr/>
        </p:nvGrpSpPr>
        <p:grpSpPr>
          <a:xfrm>
            <a:off x="8517968" y="4040818"/>
            <a:ext cx="1931508" cy="2403432"/>
            <a:chOff x="942020" y="2568324"/>
            <a:chExt cx="1931508" cy="2403432"/>
          </a:xfrm>
        </p:grpSpPr>
        <p:sp>
          <p:nvSpPr>
            <p:cNvPr id="27" name="moji1b">
              <a:extLst>
                <a:ext uri="{FF2B5EF4-FFF2-40B4-BE49-F238E27FC236}">
                  <a16:creationId xmlns:a16="http://schemas.microsoft.com/office/drawing/2014/main" id="{41BDBAC1-411E-9266-6922-FB92E714CCA4}"/>
                </a:ext>
              </a:extLst>
            </p:cNvPr>
            <p:cNvSpPr/>
            <p:nvPr/>
          </p:nvSpPr>
          <p:spPr>
            <a:xfrm>
              <a:off x="944795" y="2571099"/>
              <a:ext cx="1928733" cy="24006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ja-JP" altLang="en-US" sz="15000" b="1" dirty="0">
                  <a:ln w="127000">
                    <a:solidFill>
                      <a:srgbClr val="20A4A4"/>
                    </a:solidFill>
                  </a:ln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 P浪漫明朝体U04" panose="02020A00000000000000" pitchFamily="18" charset="-128"/>
                  <a:ea typeface="AR P浪漫明朝体U04" panose="02020A00000000000000" pitchFamily="18" charset="-128"/>
                </a:rPr>
                <a:t>レ</a:t>
              </a:r>
              <a:endParaRPr lang="ja-JP" altLang="en-US" sz="15000" b="1" cap="none" spc="0" dirty="0">
                <a:ln w="127000">
                  <a:solidFill>
                    <a:srgbClr val="20A4A4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 P浪漫明朝体U04" panose="02020A00000000000000" pitchFamily="18" charset="-128"/>
                <a:ea typeface="AR P浪漫明朝体U04" panose="02020A00000000000000" pitchFamily="18" charset="-128"/>
              </a:endParaRPr>
            </a:p>
          </p:txBody>
        </p:sp>
        <p:sp>
          <p:nvSpPr>
            <p:cNvPr id="28" name="moji1a">
              <a:extLst>
                <a:ext uri="{FF2B5EF4-FFF2-40B4-BE49-F238E27FC236}">
                  <a16:creationId xmlns:a16="http://schemas.microsoft.com/office/drawing/2014/main" id="{89A854B7-F7AA-71E2-83B6-1F91BE2FE322}"/>
                </a:ext>
              </a:extLst>
            </p:cNvPr>
            <p:cNvSpPr/>
            <p:nvPr/>
          </p:nvSpPr>
          <p:spPr>
            <a:xfrm>
              <a:off x="942020" y="2568324"/>
              <a:ext cx="1928733" cy="240065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ja-JP" altLang="en-US" sz="15000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 P浪漫明朝体U04" panose="02020A00000000000000" pitchFamily="18" charset="-128"/>
                  <a:ea typeface="AR P浪漫明朝体U04" panose="02020A00000000000000" pitchFamily="18" charset="-128"/>
                </a:rPr>
                <a:t>レ</a:t>
              </a:r>
              <a:endParaRPr lang="ja-JP" altLang="en-US" sz="150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 P浪漫明朝体U04" panose="02020A00000000000000" pitchFamily="18" charset="-128"/>
                <a:ea typeface="AR P浪漫明朝体U04" panose="02020A00000000000000" pitchFamily="18" charset="-128"/>
              </a:endParaRPr>
            </a:p>
          </p:txBody>
        </p:sp>
      </p:grpSp>
      <p:grpSp>
        <p:nvGrpSpPr>
          <p:cNvPr id="29" name="moji1">
            <a:extLst>
              <a:ext uri="{FF2B5EF4-FFF2-40B4-BE49-F238E27FC236}">
                <a16:creationId xmlns:a16="http://schemas.microsoft.com/office/drawing/2014/main" id="{29BA47C0-4601-2254-4775-C0A93B64DD1F}"/>
              </a:ext>
            </a:extLst>
          </p:cNvPr>
          <p:cNvGrpSpPr/>
          <p:nvPr/>
        </p:nvGrpSpPr>
        <p:grpSpPr>
          <a:xfrm>
            <a:off x="10099717" y="4040818"/>
            <a:ext cx="2111044" cy="2403432"/>
            <a:chOff x="852253" y="2568324"/>
            <a:chExt cx="2111044" cy="2403432"/>
          </a:xfrm>
        </p:grpSpPr>
        <p:sp>
          <p:nvSpPr>
            <p:cNvPr id="30" name="moji1b">
              <a:extLst>
                <a:ext uri="{FF2B5EF4-FFF2-40B4-BE49-F238E27FC236}">
                  <a16:creationId xmlns:a16="http://schemas.microsoft.com/office/drawing/2014/main" id="{4AEAE397-3F1D-22D3-2F11-6FB7AC59F955}"/>
                </a:ext>
              </a:extLst>
            </p:cNvPr>
            <p:cNvSpPr/>
            <p:nvPr/>
          </p:nvSpPr>
          <p:spPr>
            <a:xfrm>
              <a:off x="855027" y="2571099"/>
              <a:ext cx="2108270" cy="24006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ja-JP" altLang="en-US" sz="15000" b="1" dirty="0">
                  <a:ln w="127000">
                    <a:solidFill>
                      <a:srgbClr val="20A4A4"/>
                    </a:solidFill>
                  </a:ln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 P浪漫明朝体U04" panose="02020A00000000000000" pitchFamily="18" charset="-128"/>
                  <a:ea typeface="AR P浪漫明朝体U04" panose="02020A00000000000000" pitchFamily="18" charset="-128"/>
                </a:rPr>
                <a:t>ス</a:t>
              </a:r>
              <a:endParaRPr lang="ja-JP" altLang="en-US" sz="15000" b="1" cap="none" spc="0" dirty="0">
                <a:ln w="127000">
                  <a:solidFill>
                    <a:srgbClr val="20A4A4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 P浪漫明朝体U04" panose="02020A00000000000000" pitchFamily="18" charset="-128"/>
                <a:ea typeface="AR P浪漫明朝体U04" panose="02020A00000000000000" pitchFamily="18" charset="-128"/>
              </a:endParaRPr>
            </a:p>
          </p:txBody>
        </p:sp>
        <p:sp>
          <p:nvSpPr>
            <p:cNvPr id="31" name="moji1a">
              <a:extLst>
                <a:ext uri="{FF2B5EF4-FFF2-40B4-BE49-F238E27FC236}">
                  <a16:creationId xmlns:a16="http://schemas.microsoft.com/office/drawing/2014/main" id="{3406DE0B-B851-840D-CE7A-EC3A5661938F}"/>
                </a:ext>
              </a:extLst>
            </p:cNvPr>
            <p:cNvSpPr/>
            <p:nvPr/>
          </p:nvSpPr>
          <p:spPr>
            <a:xfrm>
              <a:off x="852253" y="2568324"/>
              <a:ext cx="2108270" cy="240065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ja-JP" altLang="en-US" sz="15000" b="1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 P浪漫明朝体U04" panose="02020A00000000000000" pitchFamily="18" charset="-128"/>
                  <a:ea typeface="AR P浪漫明朝体U04" panose="02020A00000000000000" pitchFamily="18" charset="-128"/>
                </a:rPr>
                <a:t>ス</a:t>
              </a:r>
            </a:p>
          </p:txBody>
        </p:sp>
      </p:grpSp>
      <p:grpSp>
        <p:nvGrpSpPr>
          <p:cNvPr id="2" name="!!jobrotaion">
            <a:extLst>
              <a:ext uri="{FF2B5EF4-FFF2-40B4-BE49-F238E27FC236}">
                <a16:creationId xmlns:a16="http://schemas.microsoft.com/office/drawing/2014/main" id="{D46695C7-297D-64B2-604F-606FA441F955}"/>
              </a:ext>
            </a:extLst>
          </p:cNvPr>
          <p:cNvGrpSpPr/>
          <p:nvPr/>
        </p:nvGrpSpPr>
        <p:grpSpPr>
          <a:xfrm>
            <a:off x="7209116" y="259892"/>
            <a:ext cx="4546437" cy="1015663"/>
            <a:chOff x="3967133" y="622499"/>
            <a:chExt cx="4546437" cy="1015663"/>
          </a:xfrm>
        </p:grpSpPr>
        <p:sp>
          <p:nvSpPr>
            <p:cNvPr id="3" name="shadow">
              <a:extLst>
                <a:ext uri="{FF2B5EF4-FFF2-40B4-BE49-F238E27FC236}">
                  <a16:creationId xmlns:a16="http://schemas.microsoft.com/office/drawing/2014/main" id="{834AEDA9-2FDA-59A5-F86B-05B8D2551829}"/>
                </a:ext>
              </a:extLst>
            </p:cNvPr>
            <p:cNvSpPr/>
            <p:nvPr/>
          </p:nvSpPr>
          <p:spPr>
            <a:xfrm>
              <a:off x="3967133" y="622499"/>
              <a:ext cx="4546437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ja-JP" sz="6000" b="1" dirty="0">
                  <a:ln w="127000">
                    <a:gradFill>
                      <a:gsLst>
                        <a:gs pos="0">
                          <a:srgbClr val="7BE8E5"/>
                        </a:gs>
                        <a:gs pos="100000">
                          <a:srgbClr val="20A4A4"/>
                        </a:gs>
                      </a:gsLst>
                      <a:lin ang="5400000" scaled="1"/>
                    </a:gradFill>
                  </a:ln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Job </a:t>
              </a:r>
              <a:r>
                <a:rPr lang="en-US" altLang="ja-JP" sz="6000" b="1" dirty="0" err="1">
                  <a:ln w="127000">
                    <a:gradFill>
                      <a:gsLst>
                        <a:gs pos="0">
                          <a:srgbClr val="7BE8E5"/>
                        </a:gs>
                        <a:gs pos="100000">
                          <a:srgbClr val="20A4A4"/>
                        </a:gs>
                      </a:gsLst>
                      <a:lin ang="5400000" scaled="1"/>
                    </a:gradFill>
                  </a:ln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Roation</a:t>
              </a:r>
              <a:endParaRPr lang="ja-JP" altLang="en-US" sz="6000" b="1" dirty="0">
                <a:ln w="127000">
                  <a:gradFill>
                    <a:gsLst>
                      <a:gs pos="0">
                        <a:srgbClr val="7BE8E5"/>
                      </a:gs>
                      <a:gs pos="100000">
                        <a:srgbClr val="20A4A4"/>
                      </a:gs>
                    </a:gsLst>
                    <a:lin ang="5400000" scaled="1"/>
                  </a:gra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E0836FFC-6FCA-9445-2A26-C4E02F6336CE}"/>
                </a:ext>
              </a:extLst>
            </p:cNvPr>
            <p:cNvSpPr/>
            <p:nvPr/>
          </p:nvSpPr>
          <p:spPr>
            <a:xfrm>
              <a:off x="3967133" y="622499"/>
              <a:ext cx="4546437" cy="1015663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ja-JP" sz="6000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Job </a:t>
              </a:r>
              <a:r>
                <a:rPr lang="en-US" altLang="ja-JP" sz="6000" b="1" dirty="0" err="1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Roation</a:t>
              </a:r>
              <a:endParaRPr lang="ja-JP" altLang="en-US" sz="6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00297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"/>
                            </p:stCondLst>
                            <p:childTnLst>
                              <p:par>
                                <p:cTn id="10" presetID="6" presetClass="emph" presetSubtype="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70" fill="hold"/>
                                        <p:tgtEl>
                                          <p:spTgt spid="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23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6" presetClass="emph" presetSubtype="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0" fill="hold"/>
                                        <p:tgtEl>
                                          <p:spTgt spid="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3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750"/>
                            </p:stCondLst>
                            <p:childTnLst>
                              <p:par>
                                <p:cTn id="24" presetID="6" presetClass="emph" presetSubtype="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5" dur="70" fill="hold"/>
                                        <p:tgtEl>
                                          <p:spTgt spid="11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23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6" presetClass="emph" presetSubtype="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" dur="70" fill="hold"/>
                                        <p:tgtEl>
                                          <p:spTgt spid="1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23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250"/>
                            </p:stCondLst>
                            <p:childTnLst>
                              <p:par>
                                <p:cTn id="38" presetID="6" presetClass="emph" presetSubtype="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70" fill="hold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23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6" presetClass="emph" presetSubtype="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6" dur="70" fill="hold"/>
                                        <p:tgtEl>
                                          <p:spTgt spid="20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23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750"/>
                            </p:stCondLst>
                            <p:childTnLst>
                              <p:par>
                                <p:cTn id="52" presetID="6" presetClass="emph" presetSubtype="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3" dur="70" fill="hold"/>
                                        <p:tgtEl>
                                          <p:spTgt spid="23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54" presetID="23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6" presetClass="emph" presetSubtype="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0" dur="70" fill="hold"/>
                                        <p:tgtEl>
                                          <p:spTgt spid="26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61" presetID="23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250"/>
                            </p:stCondLst>
                            <p:childTnLst>
                              <p:par>
                                <p:cTn id="66" presetID="6" presetClass="emph" presetSubtype="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7" dur="70" fill="hold"/>
                                        <p:tgtEl>
                                          <p:spTgt spid="29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390"/>
                            </p:stCondLst>
                            <p:childTnLst>
                              <p:par>
                                <p:cTn id="69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248A5-851C-0193-F2BD-31D2706A8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3E795DC9-8938-F95F-D431-4CF3942422AC}"/>
              </a:ext>
            </a:extLst>
          </p:cNvPr>
          <p:cNvSpPr/>
          <p:nvPr/>
        </p:nvSpPr>
        <p:spPr>
          <a:xfrm>
            <a:off x="4455166" y="2744801"/>
            <a:ext cx="3281668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ご清聴ありがとうございました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5E8AFF3-41E2-2990-F6FD-C0A9822F01F9}"/>
              </a:ext>
            </a:extLst>
          </p:cNvPr>
          <p:cNvSpPr/>
          <p:nvPr/>
        </p:nvSpPr>
        <p:spPr>
          <a:xfrm>
            <a:off x="3949419" y="3629487"/>
            <a:ext cx="429316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京都中部総合医療センター　</a:t>
            </a:r>
            <a:r>
              <a:rPr lang="en-US" altLang="ja-JP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QC</a:t>
            </a:r>
            <a:r>
              <a:rPr lang="ja-JP" altLang="en-US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サークル</a:t>
            </a:r>
          </a:p>
          <a:p>
            <a:pPr algn="ctr"/>
            <a:endParaRPr lang="ja-JP" altLang="en-US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176012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4" presetClass="exit" presetSubtype="10" fill="hold" grpId="1" nodeType="after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8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4" presetClass="exit" presetSubtype="1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2" grpId="0"/>
      <p:bldP spid="2" grpId="1"/>
    </p:bld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48</Words>
  <Application>Microsoft Office PowerPoint</Application>
  <PresentationFormat>ワイド画面</PresentationFormat>
  <Paragraphs>34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AR P浪漫明朝体U04</vt:lpstr>
      <vt:lpstr>BIZ UDPゴシック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ルミ子 中川</dc:creator>
  <cp:lastModifiedBy>ルミ子 中川</cp:lastModifiedBy>
  <cp:revision>8</cp:revision>
  <dcterms:created xsi:type="dcterms:W3CDTF">2026-09-19T14:04:24Z</dcterms:created>
  <dcterms:modified xsi:type="dcterms:W3CDTF">2026-09-22T14:46:57Z</dcterms:modified>
</cp:coreProperties>
</file>